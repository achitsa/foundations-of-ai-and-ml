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58" r:id="rId4"/>
    <p:sldId id="259" r:id="rId5"/>
    <p:sldId id="264" r:id="rId6"/>
    <p:sldId id="266" r:id="rId7"/>
    <p:sldId id="265" r:id="rId8"/>
    <p:sldId id="260" r:id="rId9"/>
    <p:sldId id="261" r:id="rId10"/>
    <p:sldId id="26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005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6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7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00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4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5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4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3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90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9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6342B-FE7F-4F7D-A649-9955F5B39D95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018A4-177B-4478-AB93-FEAF4D34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54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C5C9-8253-4889-B02F-E3DBD63CB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Ant Colony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7DDEF-BB4A-533F-A426-03B2D42AD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Achilleas Tsakpinis</a:t>
            </a:r>
          </a:p>
          <a:p>
            <a:r>
              <a:rPr lang="en-US" dirty="0"/>
              <a:t>ITI0210 Foundations of Artificial Intelligence and Machine Learning</a:t>
            </a:r>
          </a:p>
          <a:p>
            <a:r>
              <a:rPr lang="en-US" dirty="0"/>
              <a:t>20.09.2022</a:t>
            </a:r>
          </a:p>
        </p:txBody>
      </p:sp>
    </p:spTree>
    <p:extLst>
      <p:ext uri="{BB962C8B-B14F-4D97-AF65-F5344CB8AC3E}">
        <p14:creationId xmlns:p14="http://schemas.microsoft.com/office/powerpoint/2010/main" val="1360464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B7324-40E9-206B-1A76-79B02726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</a:t>
            </a:r>
            <a:r>
              <a:rPr lang="de-DE"/>
              <a:t>(1/9) </a:t>
            </a:r>
            <a:br>
              <a:rPr lang="de-DE" dirty="0"/>
            </a:br>
            <a:r>
              <a:rPr lang="de-DE" dirty="0" err="1"/>
              <a:t>Prerequisites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B98F6-A712-FB9B-D61C-F38B3590C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B4ADBC-7312-545D-DA57-2A2B55E09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Pheromone </a:t>
            </a:r>
            <a:r>
              <a:rPr lang="de-DE" dirty="0" err="1"/>
              <a:t>matrix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578532-623B-BC0E-824A-0E68AE5E33F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effectLst/>
                  </a:rPr>
                  <a:t>		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5"/>
                              <m:mcJc m:val="center"/>
                            </m:mcPr>
                          </m:mc>
                        </m:mcs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de-DE" sz="2400" b="1" i="0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𝐀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𝐁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𝐂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𝐃</m:t>
                          </m:r>
                        </m:e>
                      </m:mr>
                      <m:mr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𝐀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𝟒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𝟑</m:t>
                          </m:r>
                        </m:e>
                      </m:mr>
                      <m:mr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𝐁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𝟒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𝟐</m:t>
                          </m:r>
                        </m:e>
                      </m:mr>
                      <m:mr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𝐂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𝟎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e>
                      </m:mr>
                      <m:mr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𝐃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𝟑</m:t>
                          </m:r>
                        </m:e>
                        <m:e>
                          <m:r>
                            <a:rPr lang="de-DE" b="1" i="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en-US" b="1" i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mr>
                    </m:m>
                  </m:oMath>
                </a14:m>
                <a:endParaRPr lang="en-US" sz="2400" b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4578532-623B-BC0E-824A-0E68AE5E3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2"/>
                <a:stretch>
                  <a:fillRect t="-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1CE08F-9501-A92D-F411-6F431C2452F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vert="horz" lIns="91440" tIns="45720" rIns="91440" bIns="45720" rtlCol="0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de-DE" sz="2400" b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</m:mr>
                        <m:m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mr>
                        <m:m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mr>
                        <m:m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𝟏𝟓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mr>
                        <m:m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mr>
                      </m:m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1CE08F-9501-A92D-F411-6F431C245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t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67EABD-E32B-A776-EB72-95D4EBA9D03B}"/>
              </a:ext>
            </a:extLst>
          </p:cNvPr>
          <p:cNvCxnSpPr>
            <a:cxnSpLocks/>
          </p:cNvCxnSpPr>
          <p:nvPr/>
        </p:nvCxnSpPr>
        <p:spPr>
          <a:xfrm flipH="1" flipV="1">
            <a:off x="1510018" y="5543738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000CBE-B2F0-8A94-89C6-3BE235ABD11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509312" y="4648694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06B26F-CFC9-61FF-35B0-891A33D58BC4}"/>
              </a:ext>
            </a:extLst>
          </p:cNvPr>
          <p:cNvCxnSpPr>
            <a:cxnSpLocks/>
          </p:cNvCxnSpPr>
          <p:nvPr/>
        </p:nvCxnSpPr>
        <p:spPr>
          <a:xfrm flipH="1">
            <a:off x="2456562" y="5581834"/>
            <a:ext cx="1821823" cy="9098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CA002D-E2C0-43F7-76E0-E204064D8AE4}"/>
              </a:ext>
            </a:extLst>
          </p:cNvPr>
          <p:cNvCxnSpPr>
            <a:cxnSpLocks/>
          </p:cNvCxnSpPr>
          <p:nvPr/>
        </p:nvCxnSpPr>
        <p:spPr>
          <a:xfrm>
            <a:off x="2456560" y="4647988"/>
            <a:ext cx="1821825" cy="9338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9C8F9D1-E445-94F4-0068-A835B0B82FE0}"/>
              </a:ext>
            </a:extLst>
          </p:cNvPr>
          <p:cNvCxnSpPr>
            <a:cxnSpLocks/>
          </p:cNvCxnSpPr>
          <p:nvPr/>
        </p:nvCxnSpPr>
        <p:spPr>
          <a:xfrm flipH="1">
            <a:off x="2456560" y="4647988"/>
            <a:ext cx="11113" cy="18422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DDF0F7-ADEF-5BD7-08E1-6B7A50EE2D64}"/>
              </a:ext>
            </a:extLst>
          </p:cNvPr>
          <p:cNvCxnSpPr>
            <a:cxnSpLocks/>
          </p:cNvCxnSpPr>
          <p:nvPr/>
        </p:nvCxnSpPr>
        <p:spPr>
          <a:xfrm flipH="1">
            <a:off x="1508606" y="5567724"/>
            <a:ext cx="2769779" cy="84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2597A76-3AA3-96DF-6D67-8F9E69550FDA}"/>
              </a:ext>
            </a:extLst>
          </p:cNvPr>
          <p:cNvSpPr txBox="1"/>
          <p:nvPr/>
        </p:nvSpPr>
        <p:spPr>
          <a:xfrm>
            <a:off x="1134530" y="5376922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DA29A7-E282-789A-3AFD-A8A0584B74DC}"/>
              </a:ext>
            </a:extLst>
          </p:cNvPr>
          <p:cNvSpPr txBox="1"/>
          <p:nvPr/>
        </p:nvSpPr>
        <p:spPr>
          <a:xfrm>
            <a:off x="2217424" y="6427686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3C2CEC-C15A-9C5B-F9D1-BDCF94482693}"/>
              </a:ext>
            </a:extLst>
          </p:cNvPr>
          <p:cNvSpPr txBox="1"/>
          <p:nvPr/>
        </p:nvSpPr>
        <p:spPr>
          <a:xfrm>
            <a:off x="4330836" y="5384469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8D6A30-17B4-9B9F-FD31-6B584A653E51}"/>
              </a:ext>
            </a:extLst>
          </p:cNvPr>
          <p:cNvSpPr txBox="1"/>
          <p:nvPr/>
        </p:nvSpPr>
        <p:spPr>
          <a:xfrm>
            <a:off x="2217424" y="4308833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F2D646-F805-7CF9-0D1F-DC8367948678}"/>
              </a:ext>
            </a:extLst>
          </p:cNvPr>
          <p:cNvSpPr txBox="1"/>
          <p:nvPr/>
        </p:nvSpPr>
        <p:spPr>
          <a:xfrm>
            <a:off x="1561390" y="5970641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5A19A6-9B94-81EF-9273-FDAC255F6827}"/>
              </a:ext>
            </a:extLst>
          </p:cNvPr>
          <p:cNvSpPr txBox="1"/>
          <p:nvPr/>
        </p:nvSpPr>
        <p:spPr>
          <a:xfrm>
            <a:off x="1648000" y="4753337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6FC073-074C-5565-C676-3D4054BD13E3}"/>
              </a:ext>
            </a:extLst>
          </p:cNvPr>
          <p:cNvSpPr txBox="1"/>
          <p:nvPr/>
        </p:nvSpPr>
        <p:spPr>
          <a:xfrm>
            <a:off x="2782470" y="5265859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15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463C2B-5B5E-4968-5C1A-286F74E81085}"/>
              </a:ext>
            </a:extLst>
          </p:cNvPr>
          <p:cNvSpPr txBox="1"/>
          <p:nvPr/>
        </p:nvSpPr>
        <p:spPr>
          <a:xfrm>
            <a:off x="2439826" y="5727761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8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BCCF03-9886-B857-94D9-8505F2A48BAE}"/>
              </a:ext>
            </a:extLst>
          </p:cNvPr>
          <p:cNvSpPr txBox="1"/>
          <p:nvPr/>
        </p:nvSpPr>
        <p:spPr>
          <a:xfrm>
            <a:off x="3193660" y="6014874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B2E741-6E24-604D-DF9E-E1D4911C804C}"/>
              </a:ext>
            </a:extLst>
          </p:cNvPr>
          <p:cNvSpPr txBox="1"/>
          <p:nvPr/>
        </p:nvSpPr>
        <p:spPr>
          <a:xfrm>
            <a:off x="3106347" y="4707410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A6C0C72-F1E7-E62E-67DF-9F0E569645E3}"/>
              </a:ext>
            </a:extLst>
          </p:cNvPr>
          <p:cNvCxnSpPr>
            <a:cxnSpLocks/>
          </p:cNvCxnSpPr>
          <p:nvPr/>
        </p:nvCxnSpPr>
        <p:spPr>
          <a:xfrm flipH="1" flipV="1">
            <a:off x="7723182" y="5542327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FBA57F4-54F1-79CE-B289-4BD647FC0AC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722476" y="4647283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80BB2FF-D9A4-47F5-8BE0-D0C7064F6CA3}"/>
              </a:ext>
            </a:extLst>
          </p:cNvPr>
          <p:cNvCxnSpPr>
            <a:cxnSpLocks/>
          </p:cNvCxnSpPr>
          <p:nvPr/>
        </p:nvCxnSpPr>
        <p:spPr>
          <a:xfrm flipH="1">
            <a:off x="8669726" y="5580423"/>
            <a:ext cx="1821823" cy="9098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B35E26A-6027-54C5-0768-437D3E1692B3}"/>
              </a:ext>
            </a:extLst>
          </p:cNvPr>
          <p:cNvCxnSpPr>
            <a:cxnSpLocks/>
          </p:cNvCxnSpPr>
          <p:nvPr/>
        </p:nvCxnSpPr>
        <p:spPr>
          <a:xfrm>
            <a:off x="8669724" y="4646577"/>
            <a:ext cx="1821825" cy="9338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96D7619-E6E3-14DE-311B-7E676C62F6B9}"/>
              </a:ext>
            </a:extLst>
          </p:cNvPr>
          <p:cNvCxnSpPr>
            <a:cxnSpLocks/>
          </p:cNvCxnSpPr>
          <p:nvPr/>
        </p:nvCxnSpPr>
        <p:spPr>
          <a:xfrm flipH="1">
            <a:off x="8669724" y="4646577"/>
            <a:ext cx="11113" cy="18422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AA0669-6B17-027C-2925-C0E5824C9B7D}"/>
              </a:ext>
            </a:extLst>
          </p:cNvPr>
          <p:cNvCxnSpPr>
            <a:cxnSpLocks/>
          </p:cNvCxnSpPr>
          <p:nvPr/>
        </p:nvCxnSpPr>
        <p:spPr>
          <a:xfrm flipH="1">
            <a:off x="7721770" y="5566313"/>
            <a:ext cx="2769779" cy="84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2BDF0EA-B400-228F-B89F-6A832C16A8EB}"/>
              </a:ext>
            </a:extLst>
          </p:cNvPr>
          <p:cNvSpPr txBox="1"/>
          <p:nvPr/>
        </p:nvSpPr>
        <p:spPr>
          <a:xfrm>
            <a:off x="7347694" y="5375511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D864D8-9CA0-440E-9684-02FA97363803}"/>
              </a:ext>
            </a:extLst>
          </p:cNvPr>
          <p:cNvSpPr txBox="1"/>
          <p:nvPr/>
        </p:nvSpPr>
        <p:spPr>
          <a:xfrm>
            <a:off x="8430588" y="6426275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E4595C-8495-CF80-5211-68A185C1912D}"/>
              </a:ext>
            </a:extLst>
          </p:cNvPr>
          <p:cNvSpPr txBox="1"/>
          <p:nvPr/>
        </p:nvSpPr>
        <p:spPr>
          <a:xfrm>
            <a:off x="10544000" y="5383058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87C481-7575-A7AC-049C-84A9BB5944AD}"/>
              </a:ext>
            </a:extLst>
          </p:cNvPr>
          <p:cNvSpPr txBox="1"/>
          <p:nvPr/>
        </p:nvSpPr>
        <p:spPr>
          <a:xfrm>
            <a:off x="8430588" y="4307422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DFC001-3EDD-BF20-EE28-1C10EF37F2BD}"/>
              </a:ext>
            </a:extLst>
          </p:cNvPr>
          <p:cNvSpPr txBox="1"/>
          <p:nvPr/>
        </p:nvSpPr>
        <p:spPr>
          <a:xfrm>
            <a:off x="7774554" y="5969230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BA0EEA-E6B3-759C-BE4A-61EB1A24E8C6}"/>
              </a:ext>
            </a:extLst>
          </p:cNvPr>
          <p:cNvSpPr txBox="1"/>
          <p:nvPr/>
        </p:nvSpPr>
        <p:spPr>
          <a:xfrm>
            <a:off x="7861164" y="4751926"/>
            <a:ext cx="37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3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6385E6-21E4-4AC8-D774-E8BB29773DA9}"/>
              </a:ext>
            </a:extLst>
          </p:cNvPr>
          <p:cNvSpPr txBox="1"/>
          <p:nvPr/>
        </p:nvSpPr>
        <p:spPr>
          <a:xfrm>
            <a:off x="8995634" y="5264448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10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6462A5-46B2-ED3A-AF73-6190B888EC16}"/>
              </a:ext>
            </a:extLst>
          </p:cNvPr>
          <p:cNvSpPr txBox="1"/>
          <p:nvPr/>
        </p:nvSpPr>
        <p:spPr>
          <a:xfrm>
            <a:off x="8652990" y="5726350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</a:t>
            </a:r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D37244-C1F9-3648-42C3-44B998216A80}"/>
              </a:ext>
            </a:extLst>
          </p:cNvPr>
          <p:cNvSpPr txBox="1"/>
          <p:nvPr/>
        </p:nvSpPr>
        <p:spPr>
          <a:xfrm>
            <a:off x="9406824" y="6013463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B2FE87-25E0-613B-07B9-7927B772AFC6}"/>
              </a:ext>
            </a:extLst>
          </p:cNvPr>
          <p:cNvSpPr txBox="1"/>
          <p:nvPr/>
        </p:nvSpPr>
        <p:spPr>
          <a:xfrm>
            <a:off x="9319511" y="4705999"/>
            <a:ext cx="441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(2/9)</a:t>
            </a:r>
            <a:br>
              <a:rPr lang="de-DE" dirty="0"/>
            </a:br>
            <a:r>
              <a:rPr lang="de-DE" dirty="0" err="1"/>
              <a:t>Formulas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E7A2DA-6AC3-0460-0F4E-4D2B2F7D26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𝑡h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𝑎𝑛𝑡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𝑡𝑟𝑎𝑣𝑒𝑙𝑠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𝑡h𝑒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𝑒𝑑𝑔𝑒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e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  without vaporization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  with vaporization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E7A2DA-6AC3-0460-0F4E-4D2B2F7D26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63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(3/9)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05E7E-9163-3213-A54B-D0A6C2C674E1}"/>
              </a:ext>
            </a:extLst>
          </p:cNvPr>
          <p:cNvCxnSpPr>
            <a:cxnSpLocks/>
          </p:cNvCxnSpPr>
          <p:nvPr/>
        </p:nvCxnSpPr>
        <p:spPr>
          <a:xfrm flipH="1" flipV="1">
            <a:off x="1725918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E21DC-AD6D-CF53-E780-D2E9038EF8B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725212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AD46C-2FE5-A28A-C749-09A955A50DCC}"/>
              </a:ext>
            </a:extLst>
          </p:cNvPr>
          <p:cNvCxnSpPr>
            <a:cxnSpLocks/>
          </p:cNvCxnSpPr>
          <p:nvPr/>
        </p:nvCxnSpPr>
        <p:spPr>
          <a:xfrm flipH="1">
            <a:off x="2672462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2F4359-0139-8BDC-D8B2-492C10A43894}"/>
              </a:ext>
            </a:extLst>
          </p:cNvPr>
          <p:cNvCxnSpPr>
            <a:cxnSpLocks/>
          </p:cNvCxnSpPr>
          <p:nvPr/>
        </p:nvCxnSpPr>
        <p:spPr>
          <a:xfrm>
            <a:off x="2672460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FA6383-F536-9FC4-FD51-1703C9E43621}"/>
              </a:ext>
            </a:extLst>
          </p:cNvPr>
          <p:cNvSpPr txBox="1"/>
          <p:nvPr/>
        </p:nvSpPr>
        <p:spPr>
          <a:xfrm>
            <a:off x="1350430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D5D23-B696-170C-8688-A7C267BFE327}"/>
              </a:ext>
            </a:extLst>
          </p:cNvPr>
          <p:cNvSpPr txBox="1"/>
          <p:nvPr/>
        </p:nvSpPr>
        <p:spPr>
          <a:xfrm>
            <a:off x="2513415" y="384561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5698A-85DE-CAE0-FB4B-D454911F6F31}"/>
              </a:ext>
            </a:extLst>
          </p:cNvPr>
          <p:cNvSpPr txBox="1"/>
          <p:nvPr/>
        </p:nvSpPr>
        <p:spPr>
          <a:xfrm>
            <a:off x="4546736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231F-F4D0-D96B-2D6D-960F79C1E29A}"/>
              </a:ext>
            </a:extLst>
          </p:cNvPr>
          <p:cNvSpPr txBox="1"/>
          <p:nvPr/>
        </p:nvSpPr>
        <p:spPr>
          <a:xfrm>
            <a:off x="2538228" y="16034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D6994-92CD-458F-BE08-586583AD852E}"/>
              </a:ext>
            </a:extLst>
          </p:cNvPr>
          <p:cNvSpPr txBox="1"/>
          <p:nvPr/>
        </p:nvSpPr>
        <p:spPr>
          <a:xfrm>
            <a:off x="1777290" y="335249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CD2A2-BAC5-5F63-AB0E-AF7E320D8821}"/>
              </a:ext>
            </a:extLst>
          </p:cNvPr>
          <p:cNvSpPr txBox="1"/>
          <p:nvPr/>
        </p:nvSpPr>
        <p:spPr>
          <a:xfrm>
            <a:off x="1863900" y="2135192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E3151-81B6-7287-E836-E1FB5A853FBD}"/>
              </a:ext>
            </a:extLst>
          </p:cNvPr>
          <p:cNvSpPr txBox="1"/>
          <p:nvPr/>
        </p:nvSpPr>
        <p:spPr>
          <a:xfrm>
            <a:off x="2998370" y="2558165"/>
            <a:ext cx="528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15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24BA-D947-FEF5-1E39-7724308A1974}"/>
              </a:ext>
            </a:extLst>
          </p:cNvPr>
          <p:cNvSpPr txBox="1"/>
          <p:nvPr/>
        </p:nvSpPr>
        <p:spPr>
          <a:xfrm>
            <a:off x="2655726" y="3109616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8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3B0B5-36A1-9472-B4E8-2670C2C8041D}"/>
              </a:ext>
            </a:extLst>
          </p:cNvPr>
          <p:cNvSpPr txBox="1"/>
          <p:nvPr/>
        </p:nvSpPr>
        <p:spPr>
          <a:xfrm>
            <a:off x="3409560" y="3396729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D7EF7-026B-5C31-B05F-EC396D93DEEE}"/>
              </a:ext>
            </a:extLst>
          </p:cNvPr>
          <p:cNvSpPr txBox="1"/>
          <p:nvPr/>
        </p:nvSpPr>
        <p:spPr>
          <a:xfrm>
            <a:off x="3322247" y="2089265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44735B-D900-AA7A-F43D-24CCAE9F9D82}"/>
              </a:ext>
            </a:extLst>
          </p:cNvPr>
          <p:cNvCxnSpPr>
            <a:cxnSpLocks/>
          </p:cNvCxnSpPr>
          <p:nvPr/>
        </p:nvCxnSpPr>
        <p:spPr>
          <a:xfrm flipH="1" flipV="1">
            <a:off x="1852898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F09EC4-CAD8-0C05-C481-989ABFEF96B5}"/>
              </a:ext>
            </a:extLst>
          </p:cNvPr>
          <p:cNvCxnSpPr>
            <a:cxnSpLocks/>
          </p:cNvCxnSpPr>
          <p:nvPr/>
        </p:nvCxnSpPr>
        <p:spPr>
          <a:xfrm flipH="1">
            <a:off x="2679363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2EBEE1-E286-2BA7-9378-50A009A2BB33}"/>
              </a:ext>
            </a:extLst>
          </p:cNvPr>
          <p:cNvCxnSpPr>
            <a:cxnSpLocks/>
          </p:cNvCxnSpPr>
          <p:nvPr/>
        </p:nvCxnSpPr>
        <p:spPr>
          <a:xfrm flipH="1" flipV="1">
            <a:off x="2670342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3327F2-3CA8-DCBC-0360-17549A88C579}"/>
              </a:ext>
            </a:extLst>
          </p:cNvPr>
          <p:cNvCxnSpPr>
            <a:cxnSpLocks/>
          </p:cNvCxnSpPr>
          <p:nvPr/>
        </p:nvCxnSpPr>
        <p:spPr>
          <a:xfrm flipH="1">
            <a:off x="1852898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/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0057B7"/>
                    </a:solidFill>
                  </a:rPr>
                  <a:t>Ant1: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</a:rPr>
                      <m:t>=14 </m:t>
                    </m:r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de-DE" sz="3200" dirty="0">
                  <a:solidFill>
                    <a:srgbClr val="0057B7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3200" dirty="0">
                  <a:solidFill>
                    <a:srgbClr val="FFD7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FFD700"/>
                    </a:solidFill>
                  </a:rPr>
                  <a:t>Ant2: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3200" b="0" i="0" smtClean="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blipFill>
                <a:blip r:embed="rId2"/>
                <a:stretch>
                  <a:fillRect l="-2599" b="-4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61101E3E-8596-92ED-09CE-1CF8AA5DC1FC}"/>
              </a:ext>
            </a:extLst>
          </p:cNvPr>
          <p:cNvSpPr txBox="1"/>
          <p:nvPr/>
        </p:nvSpPr>
        <p:spPr>
          <a:xfrm>
            <a:off x="926757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Cost</a:t>
            </a:r>
            <a:r>
              <a:rPr lang="de-DE" sz="2400" b="1" dirty="0"/>
              <a:t> Graph</a:t>
            </a:r>
            <a:endParaRPr lang="en-US" sz="2400" b="1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9B6C5D7-D606-4D78-3B03-A9CA8CF39C05}"/>
              </a:ext>
            </a:extLst>
          </p:cNvPr>
          <p:cNvCxnSpPr>
            <a:cxnSpLocks/>
          </p:cNvCxnSpPr>
          <p:nvPr/>
        </p:nvCxnSpPr>
        <p:spPr>
          <a:xfrm flipH="1" flipV="1">
            <a:off x="8136037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70D339-73B4-65D2-B608-3918EA458C8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135331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EA504B-1FEC-7A4F-4F2F-AFFA34878C5F}"/>
              </a:ext>
            </a:extLst>
          </p:cNvPr>
          <p:cNvCxnSpPr>
            <a:cxnSpLocks/>
          </p:cNvCxnSpPr>
          <p:nvPr/>
        </p:nvCxnSpPr>
        <p:spPr>
          <a:xfrm flipH="1">
            <a:off x="9082581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D0DC6ED-0142-1C02-6244-E20075D2816E}"/>
              </a:ext>
            </a:extLst>
          </p:cNvPr>
          <p:cNvCxnSpPr>
            <a:cxnSpLocks/>
          </p:cNvCxnSpPr>
          <p:nvPr/>
        </p:nvCxnSpPr>
        <p:spPr>
          <a:xfrm>
            <a:off x="9082579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4A530B5-3A88-A1A2-65FC-26AE6A57E9D0}"/>
              </a:ext>
            </a:extLst>
          </p:cNvPr>
          <p:cNvSpPr txBox="1"/>
          <p:nvPr/>
        </p:nvSpPr>
        <p:spPr>
          <a:xfrm>
            <a:off x="7760549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E7E6A1-B592-0145-D7C5-4BF3EC119D65}"/>
              </a:ext>
            </a:extLst>
          </p:cNvPr>
          <p:cNvSpPr txBox="1"/>
          <p:nvPr/>
        </p:nvSpPr>
        <p:spPr>
          <a:xfrm>
            <a:off x="8931876" y="381222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E6C296-468B-372A-E1BD-413EDF65822D}"/>
              </a:ext>
            </a:extLst>
          </p:cNvPr>
          <p:cNvSpPr txBox="1"/>
          <p:nvPr/>
        </p:nvSpPr>
        <p:spPr>
          <a:xfrm>
            <a:off x="10956855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450585-4457-2754-DE6C-CAFC1B051A23}"/>
              </a:ext>
            </a:extLst>
          </p:cNvPr>
          <p:cNvSpPr txBox="1"/>
          <p:nvPr/>
        </p:nvSpPr>
        <p:spPr>
          <a:xfrm>
            <a:off x="8931876" y="161703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FA6C1C-0BA1-689D-64C2-2BEDABBCF6D9}"/>
              </a:ext>
            </a:extLst>
          </p:cNvPr>
          <p:cNvSpPr txBox="1"/>
          <p:nvPr/>
        </p:nvSpPr>
        <p:spPr>
          <a:xfrm>
            <a:off x="7954241" y="2107770"/>
            <a:ext cx="90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1/14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E66E90-E123-4D39-8915-A02C8C4DA14C}"/>
              </a:ext>
            </a:extLst>
          </p:cNvPr>
          <p:cNvSpPr txBox="1"/>
          <p:nvPr/>
        </p:nvSpPr>
        <p:spPr>
          <a:xfrm>
            <a:off x="9236644" y="2537480"/>
            <a:ext cx="1002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FFD700"/>
                </a:solidFill>
              </a:rPr>
              <a:t>1/29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E6EC0-BDC4-974A-F7C2-A8F9D21D139B}"/>
              </a:ext>
            </a:extLst>
          </p:cNvPr>
          <p:cNvSpPr txBox="1"/>
          <p:nvPr/>
        </p:nvSpPr>
        <p:spPr>
          <a:xfrm>
            <a:off x="9065845" y="3109616"/>
            <a:ext cx="94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FFD700"/>
                </a:solidFill>
              </a:rPr>
              <a:t>1/29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DF119E-E757-68FC-60A0-80633090B01E}"/>
              </a:ext>
            </a:extLst>
          </p:cNvPr>
          <p:cNvSpPr txBox="1"/>
          <p:nvPr/>
        </p:nvSpPr>
        <p:spPr>
          <a:xfrm>
            <a:off x="9819679" y="3396729"/>
            <a:ext cx="90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1/14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26698-697D-D0AE-4E37-F7D403E8114C}"/>
              </a:ext>
            </a:extLst>
          </p:cNvPr>
          <p:cNvSpPr txBox="1"/>
          <p:nvPr/>
        </p:nvSpPr>
        <p:spPr>
          <a:xfrm>
            <a:off x="9823662" y="2052829"/>
            <a:ext cx="1663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1/14</a:t>
            </a:r>
            <a:r>
              <a:rPr lang="de-DE" sz="2400" dirty="0"/>
              <a:t> + </a:t>
            </a:r>
            <a:r>
              <a:rPr lang="de-DE" sz="2400" dirty="0">
                <a:solidFill>
                  <a:srgbClr val="FFD700"/>
                </a:solidFill>
              </a:rPr>
              <a:t>1/29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21D2655-F260-84DD-0082-A59FE8267FC4}"/>
              </a:ext>
            </a:extLst>
          </p:cNvPr>
          <p:cNvCxnSpPr>
            <a:cxnSpLocks/>
          </p:cNvCxnSpPr>
          <p:nvPr/>
        </p:nvCxnSpPr>
        <p:spPr>
          <a:xfrm flipH="1" flipV="1">
            <a:off x="8263017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E2869D-1596-716E-4B88-1B2054A15666}"/>
              </a:ext>
            </a:extLst>
          </p:cNvPr>
          <p:cNvCxnSpPr>
            <a:cxnSpLocks/>
          </p:cNvCxnSpPr>
          <p:nvPr/>
        </p:nvCxnSpPr>
        <p:spPr>
          <a:xfrm flipH="1">
            <a:off x="9089482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C86F4A8-05B4-7B63-6221-06E799237F60}"/>
              </a:ext>
            </a:extLst>
          </p:cNvPr>
          <p:cNvCxnSpPr>
            <a:cxnSpLocks/>
          </p:cNvCxnSpPr>
          <p:nvPr/>
        </p:nvCxnSpPr>
        <p:spPr>
          <a:xfrm flipH="1" flipV="1">
            <a:off x="9080461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A62F6A9-16A3-C147-41A4-87460B2A2C84}"/>
              </a:ext>
            </a:extLst>
          </p:cNvPr>
          <p:cNvCxnSpPr>
            <a:cxnSpLocks/>
          </p:cNvCxnSpPr>
          <p:nvPr/>
        </p:nvCxnSpPr>
        <p:spPr>
          <a:xfrm flipH="1">
            <a:off x="8263017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/>
              <p:nvPr/>
            </p:nvSpPr>
            <p:spPr>
              <a:xfrm>
                <a:off x="7151373" y="4926663"/>
                <a:ext cx="5397913" cy="827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endParaRPr lang="en-US" sz="28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373" y="4926663"/>
                <a:ext cx="5397913" cy="827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4305F42B-4AA4-D73E-50B4-A89E591E383A}"/>
              </a:ext>
            </a:extLst>
          </p:cNvPr>
          <p:cNvSpPr txBox="1"/>
          <p:nvPr/>
        </p:nvSpPr>
        <p:spPr>
          <a:xfrm>
            <a:off x="7336876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Pheromone Graph</a:t>
            </a:r>
            <a:endParaRPr lang="en-US" sz="24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CFC765-F231-25C9-8865-F0717A14488B}"/>
              </a:ext>
            </a:extLst>
          </p:cNvPr>
          <p:cNvSpPr txBox="1"/>
          <p:nvPr/>
        </p:nvSpPr>
        <p:spPr>
          <a:xfrm>
            <a:off x="7052002" y="3328565"/>
            <a:ext cx="1722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1/14</a:t>
            </a:r>
            <a:r>
              <a:rPr lang="de-DE" sz="2400" dirty="0"/>
              <a:t> + </a:t>
            </a:r>
            <a:r>
              <a:rPr lang="de-DE" sz="2400" dirty="0">
                <a:solidFill>
                  <a:srgbClr val="FFD700"/>
                </a:solidFill>
              </a:rPr>
              <a:t>1/29</a:t>
            </a:r>
            <a:endParaRPr lang="en-US" sz="2400" dirty="0">
              <a:solidFill>
                <a:srgbClr val="FFD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16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(4/9)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05E7E-9163-3213-A54B-D0A6C2C674E1}"/>
              </a:ext>
            </a:extLst>
          </p:cNvPr>
          <p:cNvCxnSpPr>
            <a:cxnSpLocks/>
          </p:cNvCxnSpPr>
          <p:nvPr/>
        </p:nvCxnSpPr>
        <p:spPr>
          <a:xfrm flipH="1" flipV="1">
            <a:off x="1725918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E21DC-AD6D-CF53-E780-D2E9038EF8B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725212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AD46C-2FE5-A28A-C749-09A955A50DCC}"/>
              </a:ext>
            </a:extLst>
          </p:cNvPr>
          <p:cNvCxnSpPr>
            <a:cxnSpLocks/>
          </p:cNvCxnSpPr>
          <p:nvPr/>
        </p:nvCxnSpPr>
        <p:spPr>
          <a:xfrm flipH="1">
            <a:off x="2672462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2F4359-0139-8BDC-D8B2-492C10A43894}"/>
              </a:ext>
            </a:extLst>
          </p:cNvPr>
          <p:cNvCxnSpPr>
            <a:cxnSpLocks/>
          </p:cNvCxnSpPr>
          <p:nvPr/>
        </p:nvCxnSpPr>
        <p:spPr>
          <a:xfrm>
            <a:off x="2672460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FA6383-F536-9FC4-FD51-1703C9E43621}"/>
              </a:ext>
            </a:extLst>
          </p:cNvPr>
          <p:cNvSpPr txBox="1"/>
          <p:nvPr/>
        </p:nvSpPr>
        <p:spPr>
          <a:xfrm>
            <a:off x="1350430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D5D23-B696-170C-8688-A7C267BFE327}"/>
              </a:ext>
            </a:extLst>
          </p:cNvPr>
          <p:cNvSpPr txBox="1"/>
          <p:nvPr/>
        </p:nvSpPr>
        <p:spPr>
          <a:xfrm>
            <a:off x="2513415" y="384561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5698A-85DE-CAE0-FB4B-D454911F6F31}"/>
              </a:ext>
            </a:extLst>
          </p:cNvPr>
          <p:cNvSpPr txBox="1"/>
          <p:nvPr/>
        </p:nvSpPr>
        <p:spPr>
          <a:xfrm>
            <a:off x="4546736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231F-F4D0-D96B-2D6D-960F79C1E29A}"/>
              </a:ext>
            </a:extLst>
          </p:cNvPr>
          <p:cNvSpPr txBox="1"/>
          <p:nvPr/>
        </p:nvSpPr>
        <p:spPr>
          <a:xfrm>
            <a:off x="2538228" y="16034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D6994-92CD-458F-BE08-586583AD852E}"/>
              </a:ext>
            </a:extLst>
          </p:cNvPr>
          <p:cNvSpPr txBox="1"/>
          <p:nvPr/>
        </p:nvSpPr>
        <p:spPr>
          <a:xfrm>
            <a:off x="1777290" y="335249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CD2A2-BAC5-5F63-AB0E-AF7E320D8821}"/>
              </a:ext>
            </a:extLst>
          </p:cNvPr>
          <p:cNvSpPr txBox="1"/>
          <p:nvPr/>
        </p:nvSpPr>
        <p:spPr>
          <a:xfrm>
            <a:off x="1863900" y="2135192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E3151-81B6-7287-E836-E1FB5A853FBD}"/>
              </a:ext>
            </a:extLst>
          </p:cNvPr>
          <p:cNvSpPr txBox="1"/>
          <p:nvPr/>
        </p:nvSpPr>
        <p:spPr>
          <a:xfrm>
            <a:off x="2998370" y="2558165"/>
            <a:ext cx="528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15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24BA-D947-FEF5-1E39-7724308A1974}"/>
              </a:ext>
            </a:extLst>
          </p:cNvPr>
          <p:cNvSpPr txBox="1"/>
          <p:nvPr/>
        </p:nvSpPr>
        <p:spPr>
          <a:xfrm>
            <a:off x="2655726" y="3109616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8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3B0B5-36A1-9472-B4E8-2670C2C8041D}"/>
              </a:ext>
            </a:extLst>
          </p:cNvPr>
          <p:cNvSpPr txBox="1"/>
          <p:nvPr/>
        </p:nvSpPr>
        <p:spPr>
          <a:xfrm>
            <a:off x="3409560" y="3396729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D7EF7-026B-5C31-B05F-EC396D93DEEE}"/>
              </a:ext>
            </a:extLst>
          </p:cNvPr>
          <p:cNvSpPr txBox="1"/>
          <p:nvPr/>
        </p:nvSpPr>
        <p:spPr>
          <a:xfrm>
            <a:off x="3322247" y="2089265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44735B-D900-AA7A-F43D-24CCAE9F9D82}"/>
              </a:ext>
            </a:extLst>
          </p:cNvPr>
          <p:cNvCxnSpPr>
            <a:cxnSpLocks/>
          </p:cNvCxnSpPr>
          <p:nvPr/>
        </p:nvCxnSpPr>
        <p:spPr>
          <a:xfrm flipH="1" flipV="1">
            <a:off x="1852898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F09EC4-CAD8-0C05-C481-989ABFEF96B5}"/>
              </a:ext>
            </a:extLst>
          </p:cNvPr>
          <p:cNvCxnSpPr>
            <a:cxnSpLocks/>
          </p:cNvCxnSpPr>
          <p:nvPr/>
        </p:nvCxnSpPr>
        <p:spPr>
          <a:xfrm flipH="1">
            <a:off x="2679363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2EBEE1-E286-2BA7-9378-50A009A2BB33}"/>
              </a:ext>
            </a:extLst>
          </p:cNvPr>
          <p:cNvCxnSpPr>
            <a:cxnSpLocks/>
          </p:cNvCxnSpPr>
          <p:nvPr/>
        </p:nvCxnSpPr>
        <p:spPr>
          <a:xfrm flipH="1" flipV="1">
            <a:off x="2670342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3327F2-3CA8-DCBC-0360-17549A88C579}"/>
              </a:ext>
            </a:extLst>
          </p:cNvPr>
          <p:cNvCxnSpPr>
            <a:cxnSpLocks/>
          </p:cNvCxnSpPr>
          <p:nvPr/>
        </p:nvCxnSpPr>
        <p:spPr>
          <a:xfrm flipH="1">
            <a:off x="1852898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/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0057B7"/>
                    </a:solidFill>
                  </a:rPr>
                  <a:t>Ant1: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</a:rPr>
                      <m:t>=14 </m:t>
                    </m:r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de-DE" sz="3200" dirty="0">
                  <a:solidFill>
                    <a:srgbClr val="0057B7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3200" dirty="0">
                  <a:solidFill>
                    <a:srgbClr val="FFD7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FFD700"/>
                    </a:solidFill>
                  </a:rPr>
                  <a:t>Ant2: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3200" b="0" i="0" smtClean="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blipFill>
                <a:blip r:embed="rId2"/>
                <a:stretch>
                  <a:fillRect l="-2599" b="-4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61101E3E-8596-92ED-09CE-1CF8AA5DC1FC}"/>
              </a:ext>
            </a:extLst>
          </p:cNvPr>
          <p:cNvSpPr txBox="1"/>
          <p:nvPr/>
        </p:nvSpPr>
        <p:spPr>
          <a:xfrm>
            <a:off x="926757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Cost</a:t>
            </a:r>
            <a:r>
              <a:rPr lang="de-DE" sz="2400" b="1" dirty="0"/>
              <a:t> Graph</a:t>
            </a:r>
            <a:endParaRPr lang="en-US" sz="2400" b="1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9B6C5D7-D606-4D78-3B03-A9CA8CF39C05}"/>
              </a:ext>
            </a:extLst>
          </p:cNvPr>
          <p:cNvCxnSpPr>
            <a:cxnSpLocks/>
          </p:cNvCxnSpPr>
          <p:nvPr/>
        </p:nvCxnSpPr>
        <p:spPr>
          <a:xfrm flipH="1" flipV="1">
            <a:off x="8136037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70D339-73B4-65D2-B608-3918EA458C8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135331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EA504B-1FEC-7A4F-4F2F-AFFA34878C5F}"/>
              </a:ext>
            </a:extLst>
          </p:cNvPr>
          <p:cNvCxnSpPr>
            <a:cxnSpLocks/>
          </p:cNvCxnSpPr>
          <p:nvPr/>
        </p:nvCxnSpPr>
        <p:spPr>
          <a:xfrm flipH="1">
            <a:off x="9082581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D0DC6ED-0142-1C02-6244-E20075D2816E}"/>
              </a:ext>
            </a:extLst>
          </p:cNvPr>
          <p:cNvCxnSpPr>
            <a:cxnSpLocks/>
          </p:cNvCxnSpPr>
          <p:nvPr/>
        </p:nvCxnSpPr>
        <p:spPr>
          <a:xfrm>
            <a:off x="9082579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4A530B5-3A88-A1A2-65FC-26AE6A57E9D0}"/>
              </a:ext>
            </a:extLst>
          </p:cNvPr>
          <p:cNvSpPr txBox="1"/>
          <p:nvPr/>
        </p:nvSpPr>
        <p:spPr>
          <a:xfrm>
            <a:off x="7760549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E7E6A1-B592-0145-D7C5-4BF3EC119D65}"/>
              </a:ext>
            </a:extLst>
          </p:cNvPr>
          <p:cNvSpPr txBox="1"/>
          <p:nvPr/>
        </p:nvSpPr>
        <p:spPr>
          <a:xfrm>
            <a:off x="8931876" y="381222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E6C296-468B-372A-E1BD-413EDF65822D}"/>
              </a:ext>
            </a:extLst>
          </p:cNvPr>
          <p:cNvSpPr txBox="1"/>
          <p:nvPr/>
        </p:nvSpPr>
        <p:spPr>
          <a:xfrm>
            <a:off x="10956855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450585-4457-2754-DE6C-CAFC1B051A23}"/>
              </a:ext>
            </a:extLst>
          </p:cNvPr>
          <p:cNvSpPr txBox="1"/>
          <p:nvPr/>
        </p:nvSpPr>
        <p:spPr>
          <a:xfrm>
            <a:off x="8931876" y="161703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FA6C1C-0BA1-689D-64C2-2BEDABBCF6D9}"/>
              </a:ext>
            </a:extLst>
          </p:cNvPr>
          <p:cNvSpPr txBox="1"/>
          <p:nvPr/>
        </p:nvSpPr>
        <p:spPr>
          <a:xfrm>
            <a:off x="7954241" y="2107770"/>
            <a:ext cx="90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0.07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E66E90-E123-4D39-8915-A02C8C4DA14C}"/>
              </a:ext>
            </a:extLst>
          </p:cNvPr>
          <p:cNvSpPr txBox="1"/>
          <p:nvPr/>
        </p:nvSpPr>
        <p:spPr>
          <a:xfrm>
            <a:off x="9236644" y="2537480"/>
            <a:ext cx="1002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E6EC0-BDC4-974A-F7C2-A8F9D21D139B}"/>
              </a:ext>
            </a:extLst>
          </p:cNvPr>
          <p:cNvSpPr txBox="1"/>
          <p:nvPr/>
        </p:nvSpPr>
        <p:spPr>
          <a:xfrm>
            <a:off x="9065845" y="3109616"/>
            <a:ext cx="94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DF119E-E757-68FC-60A0-80633090B01E}"/>
              </a:ext>
            </a:extLst>
          </p:cNvPr>
          <p:cNvSpPr txBox="1"/>
          <p:nvPr/>
        </p:nvSpPr>
        <p:spPr>
          <a:xfrm>
            <a:off x="9819679" y="3396729"/>
            <a:ext cx="90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0.07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26698-697D-D0AE-4E37-F7D403E8114C}"/>
              </a:ext>
            </a:extLst>
          </p:cNvPr>
          <p:cNvSpPr txBox="1"/>
          <p:nvPr/>
        </p:nvSpPr>
        <p:spPr>
          <a:xfrm>
            <a:off x="9823662" y="2052829"/>
            <a:ext cx="1663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0.07</a:t>
            </a:r>
            <a:r>
              <a:rPr lang="de-DE" sz="2400" dirty="0"/>
              <a:t> + </a:t>
            </a:r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21D2655-F260-84DD-0082-A59FE8267FC4}"/>
              </a:ext>
            </a:extLst>
          </p:cNvPr>
          <p:cNvCxnSpPr>
            <a:cxnSpLocks/>
          </p:cNvCxnSpPr>
          <p:nvPr/>
        </p:nvCxnSpPr>
        <p:spPr>
          <a:xfrm flipH="1" flipV="1">
            <a:off x="8263017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E2869D-1596-716E-4B88-1B2054A15666}"/>
              </a:ext>
            </a:extLst>
          </p:cNvPr>
          <p:cNvCxnSpPr>
            <a:cxnSpLocks/>
          </p:cNvCxnSpPr>
          <p:nvPr/>
        </p:nvCxnSpPr>
        <p:spPr>
          <a:xfrm flipH="1">
            <a:off x="9089482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C86F4A8-05B4-7B63-6221-06E799237F60}"/>
              </a:ext>
            </a:extLst>
          </p:cNvPr>
          <p:cNvCxnSpPr>
            <a:cxnSpLocks/>
          </p:cNvCxnSpPr>
          <p:nvPr/>
        </p:nvCxnSpPr>
        <p:spPr>
          <a:xfrm flipH="1" flipV="1">
            <a:off x="9080461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A62F6A9-16A3-C147-41A4-87460B2A2C84}"/>
              </a:ext>
            </a:extLst>
          </p:cNvPr>
          <p:cNvCxnSpPr>
            <a:cxnSpLocks/>
          </p:cNvCxnSpPr>
          <p:nvPr/>
        </p:nvCxnSpPr>
        <p:spPr>
          <a:xfrm flipH="1">
            <a:off x="8263017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/>
              <p:nvPr/>
            </p:nvSpPr>
            <p:spPr>
              <a:xfrm>
                <a:off x="7151373" y="4926663"/>
                <a:ext cx="5397913" cy="827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endParaRPr lang="en-US" sz="28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373" y="4926663"/>
                <a:ext cx="5397913" cy="827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4305F42B-4AA4-D73E-50B4-A89E591E383A}"/>
              </a:ext>
            </a:extLst>
          </p:cNvPr>
          <p:cNvSpPr txBox="1"/>
          <p:nvPr/>
        </p:nvSpPr>
        <p:spPr>
          <a:xfrm>
            <a:off x="7336876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Pheromone Graph</a:t>
            </a:r>
            <a:endParaRPr lang="en-US" sz="24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CFC765-F231-25C9-8865-F0717A14488B}"/>
              </a:ext>
            </a:extLst>
          </p:cNvPr>
          <p:cNvSpPr txBox="1"/>
          <p:nvPr/>
        </p:nvSpPr>
        <p:spPr>
          <a:xfrm>
            <a:off x="7052002" y="3328565"/>
            <a:ext cx="1722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57B7"/>
                </a:solidFill>
              </a:rPr>
              <a:t>0.07</a:t>
            </a:r>
            <a:r>
              <a:rPr lang="de-DE" sz="2400" dirty="0"/>
              <a:t> + </a:t>
            </a:r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55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(5/9)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05E7E-9163-3213-A54B-D0A6C2C674E1}"/>
              </a:ext>
            </a:extLst>
          </p:cNvPr>
          <p:cNvCxnSpPr>
            <a:cxnSpLocks/>
          </p:cNvCxnSpPr>
          <p:nvPr/>
        </p:nvCxnSpPr>
        <p:spPr>
          <a:xfrm flipH="1" flipV="1">
            <a:off x="1725918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E21DC-AD6D-CF53-E780-D2E9038EF8B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725212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AD46C-2FE5-A28A-C749-09A955A50DCC}"/>
              </a:ext>
            </a:extLst>
          </p:cNvPr>
          <p:cNvCxnSpPr>
            <a:cxnSpLocks/>
          </p:cNvCxnSpPr>
          <p:nvPr/>
        </p:nvCxnSpPr>
        <p:spPr>
          <a:xfrm flipH="1">
            <a:off x="2672462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2F4359-0139-8BDC-D8B2-492C10A43894}"/>
              </a:ext>
            </a:extLst>
          </p:cNvPr>
          <p:cNvCxnSpPr>
            <a:cxnSpLocks/>
          </p:cNvCxnSpPr>
          <p:nvPr/>
        </p:nvCxnSpPr>
        <p:spPr>
          <a:xfrm>
            <a:off x="2672460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FA6383-F536-9FC4-FD51-1703C9E43621}"/>
              </a:ext>
            </a:extLst>
          </p:cNvPr>
          <p:cNvSpPr txBox="1"/>
          <p:nvPr/>
        </p:nvSpPr>
        <p:spPr>
          <a:xfrm>
            <a:off x="1350430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D5D23-B696-170C-8688-A7C267BFE327}"/>
              </a:ext>
            </a:extLst>
          </p:cNvPr>
          <p:cNvSpPr txBox="1"/>
          <p:nvPr/>
        </p:nvSpPr>
        <p:spPr>
          <a:xfrm>
            <a:off x="2513415" y="384561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5698A-85DE-CAE0-FB4B-D454911F6F31}"/>
              </a:ext>
            </a:extLst>
          </p:cNvPr>
          <p:cNvSpPr txBox="1"/>
          <p:nvPr/>
        </p:nvSpPr>
        <p:spPr>
          <a:xfrm>
            <a:off x="4546736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231F-F4D0-D96B-2D6D-960F79C1E29A}"/>
              </a:ext>
            </a:extLst>
          </p:cNvPr>
          <p:cNvSpPr txBox="1"/>
          <p:nvPr/>
        </p:nvSpPr>
        <p:spPr>
          <a:xfrm>
            <a:off x="2538228" y="16034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D6994-92CD-458F-BE08-586583AD852E}"/>
              </a:ext>
            </a:extLst>
          </p:cNvPr>
          <p:cNvSpPr txBox="1"/>
          <p:nvPr/>
        </p:nvSpPr>
        <p:spPr>
          <a:xfrm>
            <a:off x="1777290" y="335249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CD2A2-BAC5-5F63-AB0E-AF7E320D8821}"/>
              </a:ext>
            </a:extLst>
          </p:cNvPr>
          <p:cNvSpPr txBox="1"/>
          <p:nvPr/>
        </p:nvSpPr>
        <p:spPr>
          <a:xfrm>
            <a:off x="1863900" y="2135192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E3151-81B6-7287-E836-E1FB5A853FBD}"/>
              </a:ext>
            </a:extLst>
          </p:cNvPr>
          <p:cNvSpPr txBox="1"/>
          <p:nvPr/>
        </p:nvSpPr>
        <p:spPr>
          <a:xfrm>
            <a:off x="2998370" y="2558165"/>
            <a:ext cx="528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15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24BA-D947-FEF5-1E39-7724308A1974}"/>
              </a:ext>
            </a:extLst>
          </p:cNvPr>
          <p:cNvSpPr txBox="1"/>
          <p:nvPr/>
        </p:nvSpPr>
        <p:spPr>
          <a:xfrm>
            <a:off x="2655726" y="3109616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8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3B0B5-36A1-9472-B4E8-2670C2C8041D}"/>
              </a:ext>
            </a:extLst>
          </p:cNvPr>
          <p:cNvSpPr txBox="1"/>
          <p:nvPr/>
        </p:nvSpPr>
        <p:spPr>
          <a:xfrm>
            <a:off x="3409560" y="3396729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D7EF7-026B-5C31-B05F-EC396D93DEEE}"/>
              </a:ext>
            </a:extLst>
          </p:cNvPr>
          <p:cNvSpPr txBox="1"/>
          <p:nvPr/>
        </p:nvSpPr>
        <p:spPr>
          <a:xfrm>
            <a:off x="3322247" y="2089265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44735B-D900-AA7A-F43D-24CCAE9F9D82}"/>
              </a:ext>
            </a:extLst>
          </p:cNvPr>
          <p:cNvCxnSpPr>
            <a:cxnSpLocks/>
          </p:cNvCxnSpPr>
          <p:nvPr/>
        </p:nvCxnSpPr>
        <p:spPr>
          <a:xfrm flipH="1" flipV="1">
            <a:off x="1852898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F09EC4-CAD8-0C05-C481-989ABFEF96B5}"/>
              </a:ext>
            </a:extLst>
          </p:cNvPr>
          <p:cNvCxnSpPr>
            <a:cxnSpLocks/>
          </p:cNvCxnSpPr>
          <p:nvPr/>
        </p:nvCxnSpPr>
        <p:spPr>
          <a:xfrm flipH="1">
            <a:off x="2679363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2EBEE1-E286-2BA7-9378-50A009A2BB33}"/>
              </a:ext>
            </a:extLst>
          </p:cNvPr>
          <p:cNvCxnSpPr>
            <a:cxnSpLocks/>
          </p:cNvCxnSpPr>
          <p:nvPr/>
        </p:nvCxnSpPr>
        <p:spPr>
          <a:xfrm flipH="1" flipV="1">
            <a:off x="2670342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3327F2-3CA8-DCBC-0360-17549A88C579}"/>
              </a:ext>
            </a:extLst>
          </p:cNvPr>
          <p:cNvCxnSpPr>
            <a:cxnSpLocks/>
          </p:cNvCxnSpPr>
          <p:nvPr/>
        </p:nvCxnSpPr>
        <p:spPr>
          <a:xfrm flipH="1">
            <a:off x="1852898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/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0057B7"/>
                    </a:solidFill>
                  </a:rPr>
                  <a:t>Ant1: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</a:rPr>
                      <m:t>=14 </m:t>
                    </m:r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de-DE" sz="3200" dirty="0">
                  <a:solidFill>
                    <a:srgbClr val="0057B7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3200" dirty="0">
                  <a:solidFill>
                    <a:srgbClr val="FFD7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FFD700"/>
                    </a:solidFill>
                  </a:rPr>
                  <a:t>Ant2: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3200" b="0" i="0" smtClean="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blipFill>
                <a:blip r:embed="rId2"/>
                <a:stretch>
                  <a:fillRect l="-2599" b="-4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61101E3E-8596-92ED-09CE-1CF8AA5DC1FC}"/>
              </a:ext>
            </a:extLst>
          </p:cNvPr>
          <p:cNvSpPr txBox="1"/>
          <p:nvPr/>
        </p:nvSpPr>
        <p:spPr>
          <a:xfrm>
            <a:off x="926757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Cost</a:t>
            </a:r>
            <a:r>
              <a:rPr lang="de-DE" sz="2400" b="1" dirty="0"/>
              <a:t> Graph</a:t>
            </a:r>
            <a:endParaRPr lang="en-US" sz="2400" b="1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9B6C5D7-D606-4D78-3B03-A9CA8CF39C05}"/>
              </a:ext>
            </a:extLst>
          </p:cNvPr>
          <p:cNvCxnSpPr>
            <a:cxnSpLocks/>
          </p:cNvCxnSpPr>
          <p:nvPr/>
        </p:nvCxnSpPr>
        <p:spPr>
          <a:xfrm flipH="1" flipV="1">
            <a:off x="8136037" y="2925593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70D339-73B4-65D2-B608-3918EA458C8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135331" y="2030549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EA504B-1FEC-7A4F-4F2F-AFFA34878C5F}"/>
              </a:ext>
            </a:extLst>
          </p:cNvPr>
          <p:cNvCxnSpPr>
            <a:cxnSpLocks/>
          </p:cNvCxnSpPr>
          <p:nvPr/>
        </p:nvCxnSpPr>
        <p:spPr>
          <a:xfrm flipH="1">
            <a:off x="9082581" y="2963689"/>
            <a:ext cx="1821823" cy="9098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D0DC6ED-0142-1C02-6244-E20075D2816E}"/>
              </a:ext>
            </a:extLst>
          </p:cNvPr>
          <p:cNvCxnSpPr>
            <a:cxnSpLocks/>
          </p:cNvCxnSpPr>
          <p:nvPr/>
        </p:nvCxnSpPr>
        <p:spPr>
          <a:xfrm>
            <a:off x="9082579" y="2029843"/>
            <a:ext cx="1821825" cy="9338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4A530B5-3A88-A1A2-65FC-26AE6A57E9D0}"/>
              </a:ext>
            </a:extLst>
          </p:cNvPr>
          <p:cNvSpPr txBox="1"/>
          <p:nvPr/>
        </p:nvSpPr>
        <p:spPr>
          <a:xfrm>
            <a:off x="7760549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E7E6A1-B592-0145-D7C5-4BF3EC119D65}"/>
              </a:ext>
            </a:extLst>
          </p:cNvPr>
          <p:cNvSpPr txBox="1"/>
          <p:nvPr/>
        </p:nvSpPr>
        <p:spPr>
          <a:xfrm>
            <a:off x="8902797" y="3808120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E6C296-468B-372A-E1BD-413EDF65822D}"/>
              </a:ext>
            </a:extLst>
          </p:cNvPr>
          <p:cNvSpPr txBox="1"/>
          <p:nvPr/>
        </p:nvSpPr>
        <p:spPr>
          <a:xfrm>
            <a:off x="10956855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450585-4457-2754-DE6C-CAFC1B051A23}"/>
              </a:ext>
            </a:extLst>
          </p:cNvPr>
          <p:cNvSpPr txBox="1"/>
          <p:nvPr/>
        </p:nvSpPr>
        <p:spPr>
          <a:xfrm>
            <a:off x="8925616" y="161949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FA6C1C-0BA1-689D-64C2-2BEDABBCF6D9}"/>
              </a:ext>
            </a:extLst>
          </p:cNvPr>
          <p:cNvSpPr txBox="1"/>
          <p:nvPr/>
        </p:nvSpPr>
        <p:spPr>
          <a:xfrm>
            <a:off x="8263017" y="2107770"/>
            <a:ext cx="59354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E66E90-E123-4D39-8915-A02C8C4DA14C}"/>
              </a:ext>
            </a:extLst>
          </p:cNvPr>
          <p:cNvSpPr txBox="1"/>
          <p:nvPr/>
        </p:nvSpPr>
        <p:spPr>
          <a:xfrm>
            <a:off x="9496444" y="2586521"/>
            <a:ext cx="13283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E6EC0-BDC4-974A-F7C2-A8F9D21D139B}"/>
              </a:ext>
            </a:extLst>
          </p:cNvPr>
          <p:cNvSpPr txBox="1"/>
          <p:nvPr/>
        </p:nvSpPr>
        <p:spPr>
          <a:xfrm>
            <a:off x="9089482" y="3145568"/>
            <a:ext cx="14002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DF119E-E757-68FC-60A0-80633090B01E}"/>
              </a:ext>
            </a:extLst>
          </p:cNvPr>
          <p:cNvSpPr txBox="1"/>
          <p:nvPr/>
        </p:nvSpPr>
        <p:spPr>
          <a:xfrm>
            <a:off x="9819679" y="3396729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26698-697D-D0AE-4E37-F7D403E8114C}"/>
              </a:ext>
            </a:extLst>
          </p:cNvPr>
          <p:cNvSpPr txBox="1"/>
          <p:nvPr/>
        </p:nvSpPr>
        <p:spPr>
          <a:xfrm>
            <a:off x="9527011" y="1891208"/>
            <a:ext cx="419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E2869D-1596-716E-4B88-1B2054A15666}"/>
              </a:ext>
            </a:extLst>
          </p:cNvPr>
          <p:cNvCxnSpPr>
            <a:cxnSpLocks/>
          </p:cNvCxnSpPr>
          <p:nvPr/>
        </p:nvCxnSpPr>
        <p:spPr>
          <a:xfrm>
            <a:off x="9080461" y="2029842"/>
            <a:ext cx="9021" cy="18422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A62F6A9-16A3-C147-41A4-87460B2A2C84}"/>
              </a:ext>
            </a:extLst>
          </p:cNvPr>
          <p:cNvCxnSpPr>
            <a:cxnSpLocks/>
          </p:cNvCxnSpPr>
          <p:nvPr/>
        </p:nvCxnSpPr>
        <p:spPr>
          <a:xfrm flipH="1">
            <a:off x="8179293" y="2959307"/>
            <a:ext cx="272511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/>
              <p:nvPr/>
            </p:nvSpPr>
            <p:spPr>
              <a:xfrm>
                <a:off x="5943600" y="4886180"/>
                <a:ext cx="6861189" cy="827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endParaRPr lang="en-US" sz="28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886180"/>
                <a:ext cx="6861189" cy="827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4305F42B-4AA4-D73E-50B4-A89E591E383A}"/>
              </a:ext>
            </a:extLst>
          </p:cNvPr>
          <p:cNvSpPr txBox="1"/>
          <p:nvPr/>
        </p:nvSpPr>
        <p:spPr>
          <a:xfrm>
            <a:off x="7336876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Pheromone Graph</a:t>
            </a:r>
            <a:endParaRPr lang="en-US" sz="24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CFC765-F231-25C9-8865-F0717A14488B}"/>
              </a:ext>
            </a:extLst>
          </p:cNvPr>
          <p:cNvSpPr txBox="1"/>
          <p:nvPr/>
        </p:nvSpPr>
        <p:spPr>
          <a:xfrm>
            <a:off x="8346895" y="3328565"/>
            <a:ext cx="4277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46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(6/9)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E05E7E-9163-3213-A54B-D0A6C2C674E1}"/>
              </a:ext>
            </a:extLst>
          </p:cNvPr>
          <p:cNvCxnSpPr>
            <a:cxnSpLocks/>
          </p:cNvCxnSpPr>
          <p:nvPr/>
        </p:nvCxnSpPr>
        <p:spPr>
          <a:xfrm flipH="1" flipV="1">
            <a:off x="1725918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E21DC-AD6D-CF53-E780-D2E9038EF8B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725212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BAD46C-2FE5-A28A-C749-09A955A50DCC}"/>
              </a:ext>
            </a:extLst>
          </p:cNvPr>
          <p:cNvCxnSpPr>
            <a:cxnSpLocks/>
          </p:cNvCxnSpPr>
          <p:nvPr/>
        </p:nvCxnSpPr>
        <p:spPr>
          <a:xfrm flipH="1">
            <a:off x="2672462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2F4359-0139-8BDC-D8B2-492C10A43894}"/>
              </a:ext>
            </a:extLst>
          </p:cNvPr>
          <p:cNvCxnSpPr>
            <a:cxnSpLocks/>
          </p:cNvCxnSpPr>
          <p:nvPr/>
        </p:nvCxnSpPr>
        <p:spPr>
          <a:xfrm>
            <a:off x="2672460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FA6383-F536-9FC4-FD51-1703C9E43621}"/>
              </a:ext>
            </a:extLst>
          </p:cNvPr>
          <p:cNvSpPr txBox="1"/>
          <p:nvPr/>
        </p:nvSpPr>
        <p:spPr>
          <a:xfrm>
            <a:off x="1350430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D5D23-B696-170C-8688-A7C267BFE327}"/>
              </a:ext>
            </a:extLst>
          </p:cNvPr>
          <p:cNvSpPr txBox="1"/>
          <p:nvPr/>
        </p:nvSpPr>
        <p:spPr>
          <a:xfrm>
            <a:off x="2513415" y="384561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5698A-85DE-CAE0-FB4B-D454911F6F31}"/>
              </a:ext>
            </a:extLst>
          </p:cNvPr>
          <p:cNvSpPr txBox="1"/>
          <p:nvPr/>
        </p:nvSpPr>
        <p:spPr>
          <a:xfrm>
            <a:off x="4546736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231F-F4D0-D96B-2D6D-960F79C1E29A}"/>
              </a:ext>
            </a:extLst>
          </p:cNvPr>
          <p:cNvSpPr txBox="1"/>
          <p:nvPr/>
        </p:nvSpPr>
        <p:spPr>
          <a:xfrm>
            <a:off x="2538228" y="16034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D6994-92CD-458F-BE08-586583AD852E}"/>
              </a:ext>
            </a:extLst>
          </p:cNvPr>
          <p:cNvSpPr txBox="1"/>
          <p:nvPr/>
        </p:nvSpPr>
        <p:spPr>
          <a:xfrm>
            <a:off x="1777290" y="335249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CD2A2-BAC5-5F63-AB0E-AF7E320D8821}"/>
              </a:ext>
            </a:extLst>
          </p:cNvPr>
          <p:cNvSpPr txBox="1"/>
          <p:nvPr/>
        </p:nvSpPr>
        <p:spPr>
          <a:xfrm>
            <a:off x="1863900" y="2135192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0E3151-81B6-7287-E836-E1FB5A853FBD}"/>
              </a:ext>
            </a:extLst>
          </p:cNvPr>
          <p:cNvSpPr txBox="1"/>
          <p:nvPr/>
        </p:nvSpPr>
        <p:spPr>
          <a:xfrm>
            <a:off x="2998370" y="2558165"/>
            <a:ext cx="528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15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24BA-D947-FEF5-1E39-7724308A1974}"/>
              </a:ext>
            </a:extLst>
          </p:cNvPr>
          <p:cNvSpPr txBox="1"/>
          <p:nvPr/>
        </p:nvSpPr>
        <p:spPr>
          <a:xfrm>
            <a:off x="2655726" y="3109616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8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3B0B5-36A1-9472-B4E8-2670C2C8041D}"/>
              </a:ext>
            </a:extLst>
          </p:cNvPr>
          <p:cNvSpPr txBox="1"/>
          <p:nvPr/>
        </p:nvSpPr>
        <p:spPr>
          <a:xfrm>
            <a:off x="3409560" y="3396729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D7EF7-026B-5C31-B05F-EC396D93DEEE}"/>
              </a:ext>
            </a:extLst>
          </p:cNvPr>
          <p:cNvSpPr txBox="1"/>
          <p:nvPr/>
        </p:nvSpPr>
        <p:spPr>
          <a:xfrm>
            <a:off x="3322247" y="2089265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44735B-D900-AA7A-F43D-24CCAE9F9D82}"/>
              </a:ext>
            </a:extLst>
          </p:cNvPr>
          <p:cNvCxnSpPr>
            <a:cxnSpLocks/>
          </p:cNvCxnSpPr>
          <p:nvPr/>
        </p:nvCxnSpPr>
        <p:spPr>
          <a:xfrm flipH="1" flipV="1">
            <a:off x="1852898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F09EC4-CAD8-0C05-C481-989ABFEF96B5}"/>
              </a:ext>
            </a:extLst>
          </p:cNvPr>
          <p:cNvCxnSpPr>
            <a:cxnSpLocks/>
          </p:cNvCxnSpPr>
          <p:nvPr/>
        </p:nvCxnSpPr>
        <p:spPr>
          <a:xfrm flipH="1">
            <a:off x="2679363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92EBEE1-E286-2BA7-9378-50A009A2BB33}"/>
              </a:ext>
            </a:extLst>
          </p:cNvPr>
          <p:cNvCxnSpPr>
            <a:cxnSpLocks/>
          </p:cNvCxnSpPr>
          <p:nvPr/>
        </p:nvCxnSpPr>
        <p:spPr>
          <a:xfrm flipH="1" flipV="1">
            <a:off x="2670342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3327F2-3CA8-DCBC-0360-17549A88C579}"/>
              </a:ext>
            </a:extLst>
          </p:cNvPr>
          <p:cNvCxnSpPr>
            <a:cxnSpLocks/>
          </p:cNvCxnSpPr>
          <p:nvPr/>
        </p:nvCxnSpPr>
        <p:spPr>
          <a:xfrm flipH="1">
            <a:off x="1852898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/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0057B7"/>
                    </a:solidFill>
                  </a:rPr>
                  <a:t>Ant1: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</a:rPr>
                      <m:t>=14 </m:t>
                    </m:r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sz="320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3200" i="1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sz="3200" b="0" i="1" smtClean="0">
                        <a:solidFill>
                          <a:srgbClr val="0057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1" smtClean="0">
                            <a:solidFill>
                              <a:srgbClr val="0057B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de-DE" sz="3200" dirty="0">
                  <a:solidFill>
                    <a:srgbClr val="0057B7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de-DE" sz="3200" dirty="0">
                  <a:solidFill>
                    <a:srgbClr val="FFD7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3200" dirty="0">
                    <a:solidFill>
                      <a:srgbClr val="FFD700"/>
                    </a:solidFill>
                  </a:rPr>
                  <a:t>Ant2: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3200" b="0" i="0" smtClean="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sSubSup>
                      <m:sSubSupPr>
                        <m:ctrlPr>
                          <a:rPr lang="en-US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sz="3200">
                        <a:solidFill>
                          <a:srgbClr val="FFD7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sz="3200" i="1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20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3200" b="0" i="0" smtClean="0">
                            <a:solidFill>
                              <a:srgbClr val="FFD7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FD7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A3F87E-9C49-0E0E-1F10-7CC0E917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87" y="4363119"/>
                <a:ext cx="5397913" cy="1991764"/>
              </a:xfrm>
              <a:prstGeom prst="rect">
                <a:avLst/>
              </a:prstGeom>
              <a:blipFill>
                <a:blip r:embed="rId2"/>
                <a:stretch>
                  <a:fillRect l="-2599" b="-4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61101E3E-8596-92ED-09CE-1CF8AA5DC1FC}"/>
              </a:ext>
            </a:extLst>
          </p:cNvPr>
          <p:cNvSpPr txBox="1"/>
          <p:nvPr/>
        </p:nvSpPr>
        <p:spPr>
          <a:xfrm>
            <a:off x="926757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Cost</a:t>
            </a:r>
            <a:r>
              <a:rPr lang="de-DE" sz="2400" b="1" dirty="0"/>
              <a:t> Graph</a:t>
            </a:r>
            <a:endParaRPr lang="en-US" sz="2400" b="1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9B6C5D7-D606-4D78-3B03-A9CA8CF39C05}"/>
              </a:ext>
            </a:extLst>
          </p:cNvPr>
          <p:cNvCxnSpPr>
            <a:cxnSpLocks/>
          </p:cNvCxnSpPr>
          <p:nvPr/>
        </p:nvCxnSpPr>
        <p:spPr>
          <a:xfrm flipH="1" flipV="1">
            <a:off x="8136037" y="2925593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A70D339-73B4-65D2-B608-3918EA458C8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135331" y="2030549"/>
            <a:ext cx="947956" cy="946544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EA504B-1FEC-7A4F-4F2F-AFFA34878C5F}"/>
              </a:ext>
            </a:extLst>
          </p:cNvPr>
          <p:cNvCxnSpPr>
            <a:cxnSpLocks/>
          </p:cNvCxnSpPr>
          <p:nvPr/>
        </p:nvCxnSpPr>
        <p:spPr>
          <a:xfrm flipH="1">
            <a:off x="9082581" y="2963689"/>
            <a:ext cx="1821823" cy="909860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D0DC6ED-0142-1C02-6244-E20075D2816E}"/>
              </a:ext>
            </a:extLst>
          </p:cNvPr>
          <p:cNvCxnSpPr>
            <a:cxnSpLocks/>
          </p:cNvCxnSpPr>
          <p:nvPr/>
        </p:nvCxnSpPr>
        <p:spPr>
          <a:xfrm>
            <a:off x="9082579" y="2029843"/>
            <a:ext cx="1821825" cy="933846"/>
          </a:xfrm>
          <a:prstGeom prst="line">
            <a:avLst/>
          </a:prstGeom>
          <a:ln w="57150">
            <a:solidFill>
              <a:srgbClr val="005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4A530B5-3A88-A1A2-65FC-26AE6A57E9D0}"/>
              </a:ext>
            </a:extLst>
          </p:cNvPr>
          <p:cNvSpPr txBox="1"/>
          <p:nvPr/>
        </p:nvSpPr>
        <p:spPr>
          <a:xfrm>
            <a:off x="7760549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E7E6A1-B592-0145-D7C5-4BF3EC119D65}"/>
              </a:ext>
            </a:extLst>
          </p:cNvPr>
          <p:cNvSpPr txBox="1"/>
          <p:nvPr/>
        </p:nvSpPr>
        <p:spPr>
          <a:xfrm>
            <a:off x="8931876" y="381222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AE6C296-468B-372A-E1BD-413EDF65822D}"/>
              </a:ext>
            </a:extLst>
          </p:cNvPr>
          <p:cNvSpPr txBox="1"/>
          <p:nvPr/>
        </p:nvSpPr>
        <p:spPr>
          <a:xfrm>
            <a:off x="10956855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450585-4457-2754-DE6C-CAFC1B051A23}"/>
              </a:ext>
            </a:extLst>
          </p:cNvPr>
          <p:cNvSpPr txBox="1"/>
          <p:nvPr/>
        </p:nvSpPr>
        <p:spPr>
          <a:xfrm>
            <a:off x="8931876" y="161703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FA6C1C-0BA1-689D-64C2-2BEDABBCF6D9}"/>
              </a:ext>
            </a:extLst>
          </p:cNvPr>
          <p:cNvSpPr txBox="1"/>
          <p:nvPr/>
        </p:nvSpPr>
        <p:spPr>
          <a:xfrm>
            <a:off x="6960143" y="2107770"/>
            <a:ext cx="189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0.5*1 + </a:t>
            </a:r>
            <a:r>
              <a:rPr lang="de-DE" sz="2400" dirty="0">
                <a:solidFill>
                  <a:srgbClr val="0057B7"/>
                </a:solidFill>
              </a:rPr>
              <a:t>0.07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E66E90-E123-4D39-8915-A02C8C4DA14C}"/>
              </a:ext>
            </a:extLst>
          </p:cNvPr>
          <p:cNvSpPr txBox="1"/>
          <p:nvPr/>
        </p:nvSpPr>
        <p:spPr>
          <a:xfrm>
            <a:off x="9052881" y="2586461"/>
            <a:ext cx="1328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0.5+</a:t>
            </a:r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EE6EC0-BDC4-974A-F7C2-A8F9D21D139B}"/>
              </a:ext>
            </a:extLst>
          </p:cNvPr>
          <p:cNvSpPr txBox="1"/>
          <p:nvPr/>
        </p:nvSpPr>
        <p:spPr>
          <a:xfrm>
            <a:off x="9040877" y="2936480"/>
            <a:ext cx="1400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0.5+</a:t>
            </a:r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DF119E-E757-68FC-60A0-80633090B01E}"/>
              </a:ext>
            </a:extLst>
          </p:cNvPr>
          <p:cNvSpPr txBox="1"/>
          <p:nvPr/>
        </p:nvSpPr>
        <p:spPr>
          <a:xfrm>
            <a:off x="9819679" y="3396729"/>
            <a:ext cx="2027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0.5*1 + </a:t>
            </a:r>
            <a:r>
              <a:rPr lang="de-DE" sz="2400" dirty="0">
                <a:solidFill>
                  <a:srgbClr val="0057B7"/>
                </a:solidFill>
              </a:rPr>
              <a:t>0.07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26698-697D-D0AE-4E37-F7D403E8114C}"/>
              </a:ext>
            </a:extLst>
          </p:cNvPr>
          <p:cNvSpPr txBox="1"/>
          <p:nvPr/>
        </p:nvSpPr>
        <p:spPr>
          <a:xfrm>
            <a:off x="9527011" y="1891208"/>
            <a:ext cx="2610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0.5*1 + </a:t>
            </a:r>
            <a:r>
              <a:rPr lang="de-DE" sz="2400" dirty="0">
                <a:solidFill>
                  <a:srgbClr val="0057B7"/>
                </a:solidFill>
              </a:rPr>
              <a:t>0.07</a:t>
            </a:r>
            <a:r>
              <a:rPr lang="de-DE" sz="2400" dirty="0"/>
              <a:t> + </a:t>
            </a:r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21D2655-F260-84DD-0082-A59FE8267FC4}"/>
              </a:ext>
            </a:extLst>
          </p:cNvPr>
          <p:cNvCxnSpPr>
            <a:cxnSpLocks/>
          </p:cNvCxnSpPr>
          <p:nvPr/>
        </p:nvCxnSpPr>
        <p:spPr>
          <a:xfrm flipH="1" flipV="1">
            <a:off x="8263017" y="2949578"/>
            <a:ext cx="837710" cy="830086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E2869D-1596-716E-4B88-1B2054A15666}"/>
              </a:ext>
            </a:extLst>
          </p:cNvPr>
          <p:cNvCxnSpPr>
            <a:cxnSpLocks/>
          </p:cNvCxnSpPr>
          <p:nvPr/>
        </p:nvCxnSpPr>
        <p:spPr>
          <a:xfrm flipH="1">
            <a:off x="9089482" y="2089265"/>
            <a:ext cx="4210" cy="1708000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C86F4A8-05B4-7B63-6221-06E799237F60}"/>
              </a:ext>
            </a:extLst>
          </p:cNvPr>
          <p:cNvCxnSpPr>
            <a:cxnSpLocks/>
          </p:cNvCxnSpPr>
          <p:nvPr/>
        </p:nvCxnSpPr>
        <p:spPr>
          <a:xfrm flipH="1" flipV="1">
            <a:off x="9080461" y="2106127"/>
            <a:ext cx="1621087" cy="837808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A62F6A9-16A3-C147-41A4-87460B2A2C84}"/>
              </a:ext>
            </a:extLst>
          </p:cNvPr>
          <p:cNvCxnSpPr>
            <a:cxnSpLocks/>
          </p:cNvCxnSpPr>
          <p:nvPr/>
        </p:nvCxnSpPr>
        <p:spPr>
          <a:xfrm flipH="1">
            <a:off x="8263017" y="2947534"/>
            <a:ext cx="2465654" cy="11773"/>
          </a:xfrm>
          <a:prstGeom prst="line">
            <a:avLst/>
          </a:prstGeom>
          <a:ln w="57150">
            <a:solidFill>
              <a:srgbClr val="FFD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/>
              <p:nvPr/>
            </p:nvSpPr>
            <p:spPr>
              <a:xfrm>
                <a:off x="5943600" y="4886180"/>
                <a:ext cx="6861189" cy="1873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de-DE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de-DE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endParaRPr lang="en-US" sz="2800" dirty="0">
                  <a:solidFill>
                    <a:srgbClr val="FFD7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rgbClr val="FFD7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DE" sz="4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4000" dirty="0">
                    <a:solidFill>
                      <a:schemeClr val="tx1"/>
                    </a:solidFill>
                  </a:rPr>
                  <a:t> = 0.5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B899839-2640-0389-D1F5-EB3F426A9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886180"/>
                <a:ext cx="6861189" cy="1873462"/>
              </a:xfrm>
              <a:prstGeom prst="rect">
                <a:avLst/>
              </a:prstGeom>
              <a:blipFill>
                <a:blip r:embed="rId3"/>
                <a:stretch>
                  <a:fillRect b="-13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4305F42B-4AA4-D73E-50B4-A89E591E383A}"/>
              </a:ext>
            </a:extLst>
          </p:cNvPr>
          <p:cNvSpPr txBox="1"/>
          <p:nvPr/>
        </p:nvSpPr>
        <p:spPr>
          <a:xfrm>
            <a:off x="7336876" y="1334530"/>
            <a:ext cx="4423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Pheromone Graph</a:t>
            </a:r>
            <a:endParaRPr lang="en-US" sz="24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CFC765-F231-25C9-8865-F0717A14488B}"/>
              </a:ext>
            </a:extLst>
          </p:cNvPr>
          <p:cNvSpPr txBox="1"/>
          <p:nvPr/>
        </p:nvSpPr>
        <p:spPr>
          <a:xfrm>
            <a:off x="6096000" y="3328565"/>
            <a:ext cx="2678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0.5*1 +</a:t>
            </a:r>
            <a:r>
              <a:rPr lang="de-DE" sz="2400" dirty="0">
                <a:solidFill>
                  <a:srgbClr val="0057B7"/>
                </a:solidFill>
              </a:rPr>
              <a:t> 0.07</a:t>
            </a:r>
            <a:r>
              <a:rPr lang="de-DE" sz="2400" dirty="0"/>
              <a:t> + </a:t>
            </a:r>
            <a:r>
              <a:rPr lang="de-DE" sz="2400" dirty="0">
                <a:solidFill>
                  <a:srgbClr val="FFD700"/>
                </a:solidFill>
              </a:rPr>
              <a:t>0.03</a:t>
            </a:r>
            <a:endParaRPr lang="en-US" sz="2400" dirty="0">
              <a:solidFill>
                <a:srgbClr val="FFD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211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(7/9)</a:t>
            </a:r>
            <a:br>
              <a:rPr lang="de-DE" dirty="0"/>
            </a:br>
            <a:r>
              <a:rPr lang="de-DE" dirty="0" err="1"/>
              <a:t>Probalility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E7A2DA-6AC3-0460-0F4E-4D2B2F7D26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3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de-DE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de-DE" sz="3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DE" sz="3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3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de-DE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3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de-DE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de-DE" sz="3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de-DE" sz="36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sz="36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de-DE" sz="3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lang="de-DE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de-DE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b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de-DE" sz="3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de-DE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de-DE" sz="3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de-DE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de-DE" sz="36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de-DE" sz="3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de-DE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sz="3600" dirty="0"/>
              </a:p>
              <a:p>
                <a:endParaRPr lang="de-DE" sz="3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3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3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3600" dirty="0"/>
              </a:p>
              <a:p>
                <a:endParaRPr lang="en-US" sz="3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3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sz="3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600" dirty="0"/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E7A2DA-6AC3-0460-0F4E-4D2B2F7D26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F163D-24DF-1CCC-79A3-F11F690E5D1C}"/>
              </a:ext>
            </a:extLst>
          </p:cNvPr>
          <p:cNvCxnSpPr>
            <a:cxnSpLocks/>
          </p:cNvCxnSpPr>
          <p:nvPr/>
        </p:nvCxnSpPr>
        <p:spPr>
          <a:xfrm flipH="1" flipV="1">
            <a:off x="8136037" y="2925593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3211E3-1D44-1FD7-7B5D-E0BF75CEBCD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135331" y="2030549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F4E13B-8184-0EFF-299F-8EB69711AB8A}"/>
              </a:ext>
            </a:extLst>
          </p:cNvPr>
          <p:cNvCxnSpPr>
            <a:cxnSpLocks/>
          </p:cNvCxnSpPr>
          <p:nvPr/>
        </p:nvCxnSpPr>
        <p:spPr>
          <a:xfrm flipH="1">
            <a:off x="9082581" y="2963689"/>
            <a:ext cx="1821823" cy="9098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B86A4A-612E-1D7D-3B89-A076BCE44CD4}"/>
              </a:ext>
            </a:extLst>
          </p:cNvPr>
          <p:cNvCxnSpPr>
            <a:cxnSpLocks/>
          </p:cNvCxnSpPr>
          <p:nvPr/>
        </p:nvCxnSpPr>
        <p:spPr>
          <a:xfrm>
            <a:off x="9082579" y="2029843"/>
            <a:ext cx="1821825" cy="9338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878121-5FA6-49B2-64A3-882B0DCF9ADD}"/>
              </a:ext>
            </a:extLst>
          </p:cNvPr>
          <p:cNvSpPr txBox="1"/>
          <p:nvPr/>
        </p:nvSpPr>
        <p:spPr>
          <a:xfrm>
            <a:off x="7760549" y="275877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24343-8D37-319F-49A6-4CF407C4F0B3}"/>
              </a:ext>
            </a:extLst>
          </p:cNvPr>
          <p:cNvSpPr txBox="1"/>
          <p:nvPr/>
        </p:nvSpPr>
        <p:spPr>
          <a:xfrm>
            <a:off x="8902797" y="3808120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3604D-269D-497D-737A-E367DD0116FB}"/>
              </a:ext>
            </a:extLst>
          </p:cNvPr>
          <p:cNvSpPr txBox="1"/>
          <p:nvPr/>
        </p:nvSpPr>
        <p:spPr>
          <a:xfrm>
            <a:off x="10956855" y="276632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CFD4B-EA28-DEB9-16C7-296D6F0C999C}"/>
              </a:ext>
            </a:extLst>
          </p:cNvPr>
          <p:cNvSpPr txBox="1"/>
          <p:nvPr/>
        </p:nvSpPr>
        <p:spPr>
          <a:xfrm>
            <a:off x="8925616" y="161949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5E7D0A-7054-6C69-6899-DA673DB06F68}"/>
              </a:ext>
            </a:extLst>
          </p:cNvPr>
          <p:cNvSpPr txBox="1"/>
          <p:nvPr/>
        </p:nvSpPr>
        <p:spPr>
          <a:xfrm>
            <a:off x="8263017" y="2107770"/>
            <a:ext cx="59354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8249E-C542-5B59-172B-9F0573702ED8}"/>
              </a:ext>
            </a:extLst>
          </p:cNvPr>
          <p:cNvSpPr txBox="1"/>
          <p:nvPr/>
        </p:nvSpPr>
        <p:spPr>
          <a:xfrm>
            <a:off x="9496444" y="2586521"/>
            <a:ext cx="13283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AA41F-DF57-D45D-1487-E6DEE7709021}"/>
              </a:ext>
            </a:extLst>
          </p:cNvPr>
          <p:cNvSpPr txBox="1"/>
          <p:nvPr/>
        </p:nvSpPr>
        <p:spPr>
          <a:xfrm>
            <a:off x="9089482" y="3145568"/>
            <a:ext cx="14002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36067B-6937-7249-556C-23C0C0942A42}"/>
              </a:ext>
            </a:extLst>
          </p:cNvPr>
          <p:cNvSpPr txBox="1"/>
          <p:nvPr/>
        </p:nvSpPr>
        <p:spPr>
          <a:xfrm>
            <a:off x="9819679" y="3396729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C88BBF-BBA3-D3B4-9CBE-2B3FC1A10E43}"/>
              </a:ext>
            </a:extLst>
          </p:cNvPr>
          <p:cNvSpPr txBox="1"/>
          <p:nvPr/>
        </p:nvSpPr>
        <p:spPr>
          <a:xfrm>
            <a:off x="9527011" y="1891208"/>
            <a:ext cx="419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EA716C-F13D-64AC-E249-8C039978D17E}"/>
              </a:ext>
            </a:extLst>
          </p:cNvPr>
          <p:cNvCxnSpPr>
            <a:cxnSpLocks/>
          </p:cNvCxnSpPr>
          <p:nvPr/>
        </p:nvCxnSpPr>
        <p:spPr>
          <a:xfrm>
            <a:off x="9080461" y="2029842"/>
            <a:ext cx="9021" cy="18422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BBCBF-A456-C1C2-CCC9-63DAB25FCD1C}"/>
              </a:ext>
            </a:extLst>
          </p:cNvPr>
          <p:cNvCxnSpPr>
            <a:cxnSpLocks/>
          </p:cNvCxnSpPr>
          <p:nvPr/>
        </p:nvCxnSpPr>
        <p:spPr>
          <a:xfrm flipH="1">
            <a:off x="8179293" y="2959307"/>
            <a:ext cx="272511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AE0E7A-1ED8-714C-85DD-F3D7CB210D7B}"/>
              </a:ext>
            </a:extLst>
          </p:cNvPr>
          <p:cNvSpPr txBox="1"/>
          <p:nvPr/>
        </p:nvSpPr>
        <p:spPr>
          <a:xfrm>
            <a:off x="8346895" y="3328565"/>
            <a:ext cx="4277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6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(8/9)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5D17CF-2F9C-CD56-A0A1-5E404B97D645}"/>
              </a:ext>
            </a:extLst>
          </p:cNvPr>
          <p:cNvCxnSpPr>
            <a:cxnSpLocks/>
          </p:cNvCxnSpPr>
          <p:nvPr/>
        </p:nvCxnSpPr>
        <p:spPr>
          <a:xfrm flipH="1" flipV="1">
            <a:off x="8945361" y="2394988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D3142E-292E-9FBF-5DAF-67F17BFDE675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944655" y="1499944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83AB03-B06F-3033-F6EA-1542D96D431F}"/>
              </a:ext>
            </a:extLst>
          </p:cNvPr>
          <p:cNvCxnSpPr>
            <a:cxnSpLocks/>
          </p:cNvCxnSpPr>
          <p:nvPr/>
        </p:nvCxnSpPr>
        <p:spPr>
          <a:xfrm flipH="1">
            <a:off x="9891905" y="2433084"/>
            <a:ext cx="1821823" cy="9098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06CE43-CB99-22BA-79DA-269014260845}"/>
              </a:ext>
            </a:extLst>
          </p:cNvPr>
          <p:cNvCxnSpPr>
            <a:cxnSpLocks/>
          </p:cNvCxnSpPr>
          <p:nvPr/>
        </p:nvCxnSpPr>
        <p:spPr>
          <a:xfrm>
            <a:off x="9891903" y="1499238"/>
            <a:ext cx="1821825" cy="9338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6FA42-7836-A245-2770-DA7E1A2129F6}"/>
              </a:ext>
            </a:extLst>
          </p:cNvPr>
          <p:cNvCxnSpPr>
            <a:cxnSpLocks/>
          </p:cNvCxnSpPr>
          <p:nvPr/>
        </p:nvCxnSpPr>
        <p:spPr>
          <a:xfrm flipH="1">
            <a:off x="9891903" y="1499238"/>
            <a:ext cx="11113" cy="18422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2E4AEA-35DD-26C1-F095-C53155A17347}"/>
              </a:ext>
            </a:extLst>
          </p:cNvPr>
          <p:cNvCxnSpPr>
            <a:cxnSpLocks/>
          </p:cNvCxnSpPr>
          <p:nvPr/>
        </p:nvCxnSpPr>
        <p:spPr>
          <a:xfrm flipH="1">
            <a:off x="8943949" y="2418974"/>
            <a:ext cx="2769779" cy="84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1D9A3-3270-9960-FE70-31ACAFAC8866}"/>
              </a:ext>
            </a:extLst>
          </p:cNvPr>
          <p:cNvSpPr txBox="1"/>
          <p:nvPr/>
        </p:nvSpPr>
        <p:spPr>
          <a:xfrm>
            <a:off x="8569873" y="2228172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E06E3A-7D1C-6026-B47A-DC7208C8F337}"/>
              </a:ext>
            </a:extLst>
          </p:cNvPr>
          <p:cNvSpPr txBox="1"/>
          <p:nvPr/>
        </p:nvSpPr>
        <p:spPr>
          <a:xfrm>
            <a:off x="9652767" y="327893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5FA038-74DB-8406-8272-B7377CFF9E9F}"/>
              </a:ext>
            </a:extLst>
          </p:cNvPr>
          <p:cNvSpPr txBox="1"/>
          <p:nvPr/>
        </p:nvSpPr>
        <p:spPr>
          <a:xfrm>
            <a:off x="11766179" y="2235719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5C6FD0-2D76-6D4B-6399-7739810B5676}"/>
              </a:ext>
            </a:extLst>
          </p:cNvPr>
          <p:cNvSpPr txBox="1"/>
          <p:nvPr/>
        </p:nvSpPr>
        <p:spPr>
          <a:xfrm>
            <a:off x="9709716" y="1066198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45239D-E2AC-5844-DAD1-CE769FC34301}"/>
              </a:ext>
            </a:extLst>
          </p:cNvPr>
          <p:cNvSpPr txBox="1"/>
          <p:nvPr/>
        </p:nvSpPr>
        <p:spPr>
          <a:xfrm>
            <a:off x="9068823" y="2730170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9D97C-27E3-3D0A-0ACF-3C546E730DAC}"/>
              </a:ext>
            </a:extLst>
          </p:cNvPr>
          <p:cNvSpPr txBox="1"/>
          <p:nvPr/>
        </p:nvSpPr>
        <p:spPr>
          <a:xfrm>
            <a:off x="9083343" y="160458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4EC5B3-F7E3-D99B-8FB6-43E6E41426BC}"/>
              </a:ext>
            </a:extLst>
          </p:cNvPr>
          <p:cNvSpPr txBox="1"/>
          <p:nvPr/>
        </p:nvSpPr>
        <p:spPr>
          <a:xfrm>
            <a:off x="10202528" y="2046983"/>
            <a:ext cx="60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15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6FFC99-B4FE-7798-31B4-071E044B9E67}"/>
              </a:ext>
            </a:extLst>
          </p:cNvPr>
          <p:cNvSpPr txBox="1"/>
          <p:nvPr/>
        </p:nvSpPr>
        <p:spPr>
          <a:xfrm>
            <a:off x="9875169" y="2579011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8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D1717E-2D6E-8417-DA49-E580EA7F0900}"/>
              </a:ext>
            </a:extLst>
          </p:cNvPr>
          <p:cNvSpPr txBox="1"/>
          <p:nvPr/>
        </p:nvSpPr>
        <p:spPr>
          <a:xfrm>
            <a:off x="10629003" y="2866124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F7B44C-C6F4-C2E5-1DE8-222E91ABC46B}"/>
              </a:ext>
            </a:extLst>
          </p:cNvPr>
          <p:cNvSpPr txBox="1"/>
          <p:nvPr/>
        </p:nvSpPr>
        <p:spPr>
          <a:xfrm>
            <a:off x="10544109" y="1465499"/>
            <a:ext cx="441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984F59-26D2-2ED8-0B20-C2E38C545565}"/>
              </a:ext>
            </a:extLst>
          </p:cNvPr>
          <p:cNvCxnSpPr>
            <a:cxnSpLocks/>
          </p:cNvCxnSpPr>
          <p:nvPr/>
        </p:nvCxnSpPr>
        <p:spPr>
          <a:xfrm flipH="1" flipV="1">
            <a:off x="8997812" y="5465080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D3FDAD-B607-1B74-F8FA-CADA05401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997106" y="4570036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80E08B-C47E-EADF-868C-61754FB445B0}"/>
              </a:ext>
            </a:extLst>
          </p:cNvPr>
          <p:cNvCxnSpPr>
            <a:cxnSpLocks/>
          </p:cNvCxnSpPr>
          <p:nvPr/>
        </p:nvCxnSpPr>
        <p:spPr>
          <a:xfrm flipH="1">
            <a:off x="9944356" y="5503176"/>
            <a:ext cx="1821823" cy="9098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C8A51E5-F7C6-E8E6-1D48-D75E7620E9E6}"/>
              </a:ext>
            </a:extLst>
          </p:cNvPr>
          <p:cNvCxnSpPr>
            <a:cxnSpLocks/>
          </p:cNvCxnSpPr>
          <p:nvPr/>
        </p:nvCxnSpPr>
        <p:spPr>
          <a:xfrm>
            <a:off x="9944354" y="4569330"/>
            <a:ext cx="1821825" cy="9338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799FFAE-6981-88BE-A82A-65C93F661BBD}"/>
              </a:ext>
            </a:extLst>
          </p:cNvPr>
          <p:cNvSpPr txBox="1"/>
          <p:nvPr/>
        </p:nvSpPr>
        <p:spPr>
          <a:xfrm>
            <a:off x="8622324" y="529826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56704F-3537-B4A0-DB54-FBCC811DBF7C}"/>
              </a:ext>
            </a:extLst>
          </p:cNvPr>
          <p:cNvSpPr txBox="1"/>
          <p:nvPr/>
        </p:nvSpPr>
        <p:spPr>
          <a:xfrm>
            <a:off x="9764572" y="634760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6B5F9B-28A9-EEA3-21DC-C6EBAF916387}"/>
              </a:ext>
            </a:extLst>
          </p:cNvPr>
          <p:cNvSpPr txBox="1"/>
          <p:nvPr/>
        </p:nvSpPr>
        <p:spPr>
          <a:xfrm>
            <a:off x="11818630" y="5305811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CF4E96-B103-E70C-12D7-085F56DD15ED}"/>
              </a:ext>
            </a:extLst>
          </p:cNvPr>
          <p:cNvSpPr txBox="1"/>
          <p:nvPr/>
        </p:nvSpPr>
        <p:spPr>
          <a:xfrm>
            <a:off x="9787391" y="4158984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F43656-4FA5-F466-C52C-5C868D505FE0}"/>
              </a:ext>
            </a:extLst>
          </p:cNvPr>
          <p:cNvSpPr txBox="1"/>
          <p:nvPr/>
        </p:nvSpPr>
        <p:spPr>
          <a:xfrm>
            <a:off x="9124792" y="4647257"/>
            <a:ext cx="59354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D9FDBB-F432-02E4-1EC0-0AD16D67EC68}"/>
              </a:ext>
            </a:extLst>
          </p:cNvPr>
          <p:cNvSpPr txBox="1"/>
          <p:nvPr/>
        </p:nvSpPr>
        <p:spPr>
          <a:xfrm>
            <a:off x="10358219" y="5126008"/>
            <a:ext cx="132838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F2EA07-F6C5-6466-DE65-F1BCFC7B6CFC}"/>
              </a:ext>
            </a:extLst>
          </p:cNvPr>
          <p:cNvSpPr txBox="1"/>
          <p:nvPr/>
        </p:nvSpPr>
        <p:spPr>
          <a:xfrm>
            <a:off x="9951257" y="5685055"/>
            <a:ext cx="14002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F3B29F-B70E-2DBF-24A7-ED639A21D120}"/>
              </a:ext>
            </a:extLst>
          </p:cNvPr>
          <p:cNvSpPr txBox="1"/>
          <p:nvPr/>
        </p:nvSpPr>
        <p:spPr>
          <a:xfrm>
            <a:off x="10681454" y="593621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0057B7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F3D172-A8CC-A6BB-0056-AC19BB6B5972}"/>
              </a:ext>
            </a:extLst>
          </p:cNvPr>
          <p:cNvSpPr txBox="1"/>
          <p:nvPr/>
        </p:nvSpPr>
        <p:spPr>
          <a:xfrm>
            <a:off x="10388786" y="4430695"/>
            <a:ext cx="419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C27AC5-41D1-0597-612A-B20B67A4D4A7}"/>
              </a:ext>
            </a:extLst>
          </p:cNvPr>
          <p:cNvCxnSpPr>
            <a:cxnSpLocks/>
          </p:cNvCxnSpPr>
          <p:nvPr/>
        </p:nvCxnSpPr>
        <p:spPr>
          <a:xfrm>
            <a:off x="9942236" y="4569329"/>
            <a:ext cx="9021" cy="184229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132D8B-586B-7D21-A36F-6CBCD099CF44}"/>
              </a:ext>
            </a:extLst>
          </p:cNvPr>
          <p:cNvCxnSpPr>
            <a:cxnSpLocks/>
          </p:cNvCxnSpPr>
          <p:nvPr/>
        </p:nvCxnSpPr>
        <p:spPr>
          <a:xfrm flipH="1">
            <a:off x="9041068" y="5498794"/>
            <a:ext cx="272511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9654E5-F8DC-FB3F-9572-1B43D6CA9F5A}"/>
              </a:ext>
            </a:extLst>
          </p:cNvPr>
          <p:cNvSpPr txBox="1"/>
          <p:nvPr/>
        </p:nvSpPr>
        <p:spPr>
          <a:xfrm>
            <a:off x="9208670" y="5868052"/>
            <a:ext cx="4277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1</a:t>
            </a:r>
            <a:endParaRPr lang="en-US" sz="2400" dirty="0">
              <a:solidFill>
                <a:srgbClr val="FFD70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A13ACE-76CF-1989-9DC8-228B8A99070D}"/>
              </a:ext>
            </a:extLst>
          </p:cNvPr>
          <p:cNvCxnSpPr>
            <a:cxnSpLocks/>
          </p:cNvCxnSpPr>
          <p:nvPr/>
        </p:nvCxnSpPr>
        <p:spPr>
          <a:xfrm flipH="1" flipV="1">
            <a:off x="1073828" y="4234147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1A2249-E51E-4A96-6C95-A3A82DB8B19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73122" y="3339103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C655D5-7EA7-00C2-E4A9-F619A4393F7C}"/>
              </a:ext>
            </a:extLst>
          </p:cNvPr>
          <p:cNvCxnSpPr>
            <a:cxnSpLocks/>
          </p:cNvCxnSpPr>
          <p:nvPr/>
        </p:nvCxnSpPr>
        <p:spPr>
          <a:xfrm flipH="1">
            <a:off x="1072416" y="4258133"/>
            <a:ext cx="2769779" cy="84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0804A89-B8EA-D236-2C6F-D13E3A645041}"/>
              </a:ext>
            </a:extLst>
          </p:cNvPr>
          <p:cNvSpPr txBox="1"/>
          <p:nvPr/>
        </p:nvSpPr>
        <p:spPr>
          <a:xfrm>
            <a:off x="698340" y="4067331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F01D4C-7964-0D01-3386-B48118EB621B}"/>
              </a:ext>
            </a:extLst>
          </p:cNvPr>
          <p:cNvSpPr txBox="1"/>
          <p:nvPr/>
        </p:nvSpPr>
        <p:spPr>
          <a:xfrm>
            <a:off x="1781234" y="5118095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2D261E-F7CE-D1ED-AC35-A2F8B212F94D}"/>
              </a:ext>
            </a:extLst>
          </p:cNvPr>
          <p:cNvSpPr txBox="1"/>
          <p:nvPr/>
        </p:nvSpPr>
        <p:spPr>
          <a:xfrm>
            <a:off x="3894646" y="4074878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851239-8B3A-D4C7-4592-3AAE2037385D}"/>
              </a:ext>
            </a:extLst>
          </p:cNvPr>
          <p:cNvSpPr txBox="1"/>
          <p:nvPr/>
        </p:nvSpPr>
        <p:spPr>
          <a:xfrm>
            <a:off x="1838183" y="290535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0C3286-463A-ED26-C2BC-1BDE184408CC}"/>
              </a:ext>
            </a:extLst>
          </p:cNvPr>
          <p:cNvSpPr txBox="1"/>
          <p:nvPr/>
        </p:nvSpPr>
        <p:spPr>
          <a:xfrm>
            <a:off x="1197290" y="4569329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5</a:t>
            </a:r>
            <a:endParaRPr lang="en-US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EEC8FC-DFFE-B1DE-4264-C92948DBB040}"/>
              </a:ext>
            </a:extLst>
          </p:cNvPr>
          <p:cNvSpPr txBox="1"/>
          <p:nvPr/>
        </p:nvSpPr>
        <p:spPr>
          <a:xfrm>
            <a:off x="1211810" y="3443746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</a:t>
            </a:r>
            <a:endParaRPr lang="en-US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8C7668-A886-8D3E-9C2D-A9219310FE79}"/>
              </a:ext>
            </a:extLst>
          </p:cNvPr>
          <p:cNvSpPr txBox="1"/>
          <p:nvPr/>
        </p:nvSpPr>
        <p:spPr>
          <a:xfrm>
            <a:off x="2330995" y="3886142"/>
            <a:ext cx="603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15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1D4D47-6FD1-2E4C-FE66-DCABB1E297C1}"/>
                  </a:ext>
                </a:extLst>
              </p:cNvPr>
              <p:cNvSpPr txBox="1"/>
              <p:nvPr/>
            </p:nvSpPr>
            <p:spPr>
              <a:xfrm>
                <a:off x="1570659" y="1604587"/>
                <a:ext cx="5402147" cy="1061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 ∗ </m:t>
                        </m:r>
                        <m:f>
                          <m:f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=0.48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1D4D47-6FD1-2E4C-FE66-DCABB1E29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659" y="1604587"/>
                <a:ext cx="5402147" cy="10614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50D9633-DAC3-788F-3104-E65276DA06B8}"/>
                  </a:ext>
                </a:extLst>
              </p:cNvPr>
              <p:cNvSpPr txBox="1"/>
              <p:nvPr/>
            </p:nvSpPr>
            <p:spPr>
              <a:xfrm>
                <a:off x="4181012" y="3774988"/>
                <a:ext cx="5455447" cy="1063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 ∗ </m:t>
                        </m:r>
                        <m:f>
                          <m:f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=0.12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50D9633-DAC3-788F-3104-E65276DA0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012" y="3774988"/>
                <a:ext cx="5455447" cy="10638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06084F8-74AE-D364-A071-F3FB0B323410}"/>
                  </a:ext>
                </a:extLst>
              </p:cNvPr>
              <p:cNvSpPr txBox="1"/>
              <p:nvPr/>
            </p:nvSpPr>
            <p:spPr>
              <a:xfrm>
                <a:off x="1991600" y="5554336"/>
                <a:ext cx="5402147" cy="1063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 ∗ </m:t>
                        </m:r>
                        <m:f>
                          <m:f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 ∗ </m:t>
                            </m:r>
                            <m:f>
                              <m:fPr>
                                <m:ctrlPr>
                                  <a:rPr lang="de-D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8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=0.4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06084F8-74AE-D364-A071-F3FB0B323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600" y="5554336"/>
                <a:ext cx="5402147" cy="10638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94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Algortihm</a:t>
            </a:r>
            <a:r>
              <a:rPr lang="de-DE" dirty="0"/>
              <a:t> (9/9)</a:t>
            </a:r>
            <a:endParaRPr lang="en-US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A13ACE-76CF-1989-9DC8-228B8A99070D}"/>
              </a:ext>
            </a:extLst>
          </p:cNvPr>
          <p:cNvCxnSpPr>
            <a:cxnSpLocks/>
          </p:cNvCxnSpPr>
          <p:nvPr/>
        </p:nvCxnSpPr>
        <p:spPr>
          <a:xfrm flipH="1" flipV="1">
            <a:off x="1062105" y="5417069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1A2249-E51E-4A96-6C95-A3A82DB8B19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61399" y="4522025"/>
            <a:ext cx="947956" cy="9465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C655D5-7EA7-00C2-E4A9-F619A4393F7C}"/>
              </a:ext>
            </a:extLst>
          </p:cNvPr>
          <p:cNvCxnSpPr>
            <a:cxnSpLocks/>
          </p:cNvCxnSpPr>
          <p:nvPr/>
        </p:nvCxnSpPr>
        <p:spPr>
          <a:xfrm flipH="1">
            <a:off x="1060693" y="5441055"/>
            <a:ext cx="2769779" cy="846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0804A89-B8EA-D236-2C6F-D13E3A645041}"/>
              </a:ext>
            </a:extLst>
          </p:cNvPr>
          <p:cNvSpPr txBox="1"/>
          <p:nvPr/>
        </p:nvSpPr>
        <p:spPr>
          <a:xfrm>
            <a:off x="686617" y="5250253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</a:t>
            </a:r>
            <a:endParaRPr lang="en-US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F01D4C-7964-0D01-3386-B48118EB621B}"/>
              </a:ext>
            </a:extLst>
          </p:cNvPr>
          <p:cNvSpPr txBox="1"/>
          <p:nvPr/>
        </p:nvSpPr>
        <p:spPr>
          <a:xfrm>
            <a:off x="1769511" y="6301017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B</a:t>
            </a:r>
            <a:endParaRPr lang="en-US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2D261E-F7CE-D1ED-AC35-A2F8B212F94D}"/>
              </a:ext>
            </a:extLst>
          </p:cNvPr>
          <p:cNvSpPr txBox="1"/>
          <p:nvPr/>
        </p:nvSpPr>
        <p:spPr>
          <a:xfrm>
            <a:off x="3882923" y="5257800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</a:t>
            </a:r>
            <a:endParaRPr lang="en-US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851239-8B3A-D4C7-4592-3AAE2037385D}"/>
              </a:ext>
            </a:extLst>
          </p:cNvPr>
          <p:cNvSpPr txBox="1"/>
          <p:nvPr/>
        </p:nvSpPr>
        <p:spPr>
          <a:xfrm>
            <a:off x="1856378" y="4085052"/>
            <a:ext cx="373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D</a:t>
            </a:r>
            <a:endParaRPr lang="en-US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0C3286-463A-ED26-C2BC-1BDE184408CC}"/>
              </a:ext>
            </a:extLst>
          </p:cNvPr>
          <p:cNvSpPr txBox="1"/>
          <p:nvPr/>
        </p:nvSpPr>
        <p:spPr>
          <a:xfrm>
            <a:off x="752893" y="5752251"/>
            <a:ext cx="806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40%</a:t>
            </a:r>
            <a:endParaRPr lang="en-US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EEC8FC-DFFE-B1DE-4264-C92948DBB040}"/>
              </a:ext>
            </a:extLst>
          </p:cNvPr>
          <p:cNvSpPr txBox="1"/>
          <p:nvPr/>
        </p:nvSpPr>
        <p:spPr>
          <a:xfrm>
            <a:off x="888125" y="4611922"/>
            <a:ext cx="96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48%</a:t>
            </a:r>
            <a:endParaRPr lang="en-US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8C7668-A886-8D3E-9C2D-A9219310FE79}"/>
              </a:ext>
            </a:extLst>
          </p:cNvPr>
          <p:cNvSpPr txBox="1"/>
          <p:nvPr/>
        </p:nvSpPr>
        <p:spPr>
          <a:xfrm>
            <a:off x="2319273" y="4979390"/>
            <a:ext cx="833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12%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066E0A-5A69-A280-F20C-D7F3E8939FF4}"/>
                  </a:ext>
                </a:extLst>
              </p:cNvPr>
              <p:cNvSpPr txBox="1"/>
              <p:nvPr/>
            </p:nvSpPr>
            <p:spPr>
              <a:xfrm>
                <a:off x="5099538" y="2003655"/>
                <a:ext cx="2860431" cy="1467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0.52&lt;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≤1.00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0.12&lt;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≤0.52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0.00≤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≤0.12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066E0A-5A69-A280-F20C-D7F3E8939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538" y="2003655"/>
                <a:ext cx="2860431" cy="14679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8CC49F8-2A66-9579-EA75-8E1177C484D8}"/>
              </a:ext>
            </a:extLst>
          </p:cNvPr>
          <p:cNvSpPr txBox="1"/>
          <p:nvPr/>
        </p:nvSpPr>
        <p:spPr>
          <a:xfrm>
            <a:off x="549087" y="2437262"/>
            <a:ext cx="4673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For</a:t>
            </a:r>
            <a:r>
              <a:rPr lang="de-DE" sz="2800" dirty="0"/>
              <a:t> a </a:t>
            </a:r>
            <a:r>
              <a:rPr lang="de-DE" sz="2800" dirty="0" err="1"/>
              <a:t>random</a:t>
            </a:r>
            <a:r>
              <a:rPr lang="de-DE" sz="2800" dirty="0"/>
              <a:t> </a:t>
            </a:r>
            <a:r>
              <a:rPr lang="de-DE" sz="2800" dirty="0" err="1"/>
              <a:t>number</a:t>
            </a:r>
            <a:r>
              <a:rPr lang="de-DE" sz="2800" dirty="0"/>
              <a:t> r in [0,1]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BA1841-BDB2-DAF9-DD11-A8F2E9712604}"/>
                  </a:ext>
                </a:extLst>
              </p:cNvPr>
              <p:cNvSpPr txBox="1"/>
              <p:nvPr/>
            </p:nvSpPr>
            <p:spPr>
              <a:xfrm>
                <a:off x="7807569" y="2106054"/>
                <a:ext cx="2860431" cy="136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noBar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𝐺𝑜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𝑓𝑟𝑜𝑚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𝐺𝑜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𝐺𝑜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BA1841-BDB2-DAF9-DD11-A8F2E9712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569" y="2106054"/>
                <a:ext cx="2860431" cy="1365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19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0BCC-EF17-33C3-7507-E03EAB53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br>
              <a:rPr lang="de-DE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FD714-963B-817F-3881-4707520F7C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7" b="1227"/>
          <a:stretch/>
        </p:blipFill>
        <p:spPr>
          <a:xfrm>
            <a:off x="5186209" y="691843"/>
            <a:ext cx="5723868" cy="5720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A4FF24-211A-0475-B4A9-6BE35FB54A66}"/>
              </a:ext>
            </a:extLst>
          </p:cNvPr>
          <p:cNvSpPr txBox="1"/>
          <p:nvPr/>
        </p:nvSpPr>
        <p:spPr>
          <a:xfrm>
            <a:off x="599768" y="3429000"/>
            <a:ext cx="4355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Slime mold form a map of the 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Tokyo-area railway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253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403</Words>
  <Application>Microsoft Office PowerPoint</Application>
  <PresentationFormat>Widescreen</PresentationFormat>
  <Paragraphs>206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Roboto</vt:lpstr>
      <vt:lpstr>Office Theme</vt:lpstr>
      <vt:lpstr>Ant Colony Optimization</vt:lpstr>
      <vt:lpstr>Algortihm (1/9)  Prerequisites</vt:lpstr>
      <vt:lpstr>Algortihm (2/9) Formulas</vt:lpstr>
      <vt:lpstr>Algortihm (3/9)</vt:lpstr>
      <vt:lpstr>Algortihm (4/9)</vt:lpstr>
      <vt:lpstr>Algortihm (5/9)</vt:lpstr>
      <vt:lpstr>Algortihm (6/9)</vt:lpstr>
      <vt:lpstr>Algortihm (7/9) Probalility</vt:lpstr>
      <vt:lpstr>Algortihm (8/9)</vt:lpstr>
      <vt:lpstr>Algortihm (9/9)</vt:lpstr>
      <vt:lpstr>Example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 Colony Optimization</dc:title>
  <dc:creator>Tsakpinis, Achilleas</dc:creator>
  <cp:lastModifiedBy>Tsakpinis, Achilleas</cp:lastModifiedBy>
  <cp:revision>3</cp:revision>
  <dcterms:created xsi:type="dcterms:W3CDTF">2022-09-14T10:56:52Z</dcterms:created>
  <dcterms:modified xsi:type="dcterms:W3CDTF">2022-09-20T06:29:04Z</dcterms:modified>
</cp:coreProperties>
</file>