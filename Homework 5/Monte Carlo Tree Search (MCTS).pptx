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57" r:id="rId4"/>
    <p:sldId id="260" r:id="rId5"/>
    <p:sldId id="261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  <p:sldId id="25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266" autoAdjust="0"/>
  </p:normalViewPr>
  <p:slideViewPr>
    <p:cSldViewPr snapToGrid="0">
      <p:cViewPr varScale="1">
        <p:scale>
          <a:sx n="64" d="100"/>
          <a:sy n="64" d="100"/>
        </p:scale>
        <p:origin x="13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79C43-E94A-43F6-9BAA-7B63C674F43C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FFA10-1BEB-4DD9-980B-ADC276F6D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32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Expansion Phase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FFA10-1BEB-4DD9-980B-ADC276F6D0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50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Simulation Phase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FFA10-1BEB-4DD9-980B-ADC276F6D0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38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Estimation</a:t>
            </a:r>
            <a:r>
              <a:rPr lang="de-DE" dirty="0"/>
              <a:t>/update Phase</a:t>
            </a:r>
          </a:p>
          <a:p>
            <a:r>
              <a:rPr lang="de-DE" dirty="0"/>
              <a:t>More </a:t>
            </a:r>
            <a:r>
              <a:rPr lang="de-DE" dirty="0" err="1"/>
              <a:t>estimations</a:t>
            </a:r>
            <a:r>
              <a:rPr lang="de-DE" dirty="0"/>
              <a:t> =&gt;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accurate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FFA10-1BEB-4DD9-980B-ADC276F6D0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4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Selection</a:t>
            </a:r>
            <a:r>
              <a:rPr lang="de-DE" dirty="0"/>
              <a:t>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FFA10-1BEB-4DD9-980B-ADC276F6D0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59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Expansion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FFA10-1BEB-4DD9-980B-ADC276F6D0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41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Simulation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FFA10-1BEB-4DD9-980B-ADC276F6D0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87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Estimation</a:t>
            </a:r>
            <a:r>
              <a:rPr lang="de-DE" dirty="0"/>
              <a:t> Phase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FFA10-1BEB-4DD9-980B-ADC276F6D0E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90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After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iterations</a:t>
            </a:r>
            <a:r>
              <a:rPr lang="de-DE" dirty="0"/>
              <a:t>…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FFA10-1BEB-4DD9-980B-ADC276F6D0E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45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Result</a:t>
            </a:r>
            <a:r>
              <a:rPr lang="de-DE" dirty="0"/>
              <a:t>: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FFA10-1BEB-4DD9-980B-ADC276F6D0E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63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F63F-B5A9-990C-D079-62249E7D6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1B171-480C-0439-4881-71E043F26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C6E2E-FE47-48F6-5DF8-2F9F2F09D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5CA9-BE5B-4AE3-96BE-123AD9951FD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DD23C-8B41-AA8A-9344-EDC13C68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9118C-C4CA-58E6-FBE4-2AF353B7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3C85-9494-446A-A574-E252C1A6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27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87AE-FA4E-B901-9428-E9551AEF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0ADE6-857C-A811-9092-B1182F2C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27F55-5684-92FA-E2FC-DDA32DA0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5CA9-BE5B-4AE3-96BE-123AD9951FD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AAFC4-1DD4-A7E5-BABE-80D3AB85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728D2-A2C7-9713-448B-6D6C706C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3C85-9494-446A-A574-E252C1A6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95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32D6-25D1-773C-8F5E-506FD35D4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E6510-33B5-62DE-8929-CA3C8DA33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885D2-0843-A748-A925-B6E36BD0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5CA9-BE5B-4AE3-96BE-123AD9951FD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C2A72-4AA6-BF85-F17E-57F5DD5B3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CC0AB-C2CB-6E65-36E8-052FB827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3C85-9494-446A-A574-E252C1A6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6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A735D-2971-CC21-060A-3D6E986C0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37E32-1A39-50A6-591A-5483C02AA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6C190-CE90-FDD3-4CC2-DB7B2A41A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4F75F-0E8F-0691-356C-1FF416CB1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5CA9-BE5B-4AE3-96BE-123AD9951FD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B9CCC-DBD6-B7E3-D753-68711A327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E301E-7DDE-B2B3-ADFC-F59377C60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3C85-9494-446A-A574-E252C1A6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29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152D-E400-0215-54BD-FB4BD9095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57A26-178C-2A67-CD59-D23380794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B65D9-A2E0-1E36-4A85-CFC226F11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23DAE-6281-61AB-9EE2-DE3039023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4A01E9-7F9B-A538-B562-9F4546E98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1D73FF-CC55-CD5C-10C8-799C01D5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5CA9-BE5B-4AE3-96BE-123AD9951FD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12B81-E2ED-968B-945F-893658ED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EC77B-0016-11AC-F58A-D7BD7E45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3C85-9494-446A-A574-E252C1A6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70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06138-0BD6-0450-18E6-3E00B2B3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8D6DD-4472-14CB-C43F-3B05B015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5CA9-BE5B-4AE3-96BE-123AD9951FD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1A595D-8F8D-7CD6-9137-47C7BACB0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87CED-4E13-A70D-B47B-3C99869B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3C85-9494-446A-A574-E252C1A6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01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1D50A-4418-14A3-C1E9-891F4176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5CA9-BE5B-4AE3-96BE-123AD9951FD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98F978-639A-98CB-D101-B19569F5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09CB3-F42A-99FA-7637-6C1860A4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3C85-9494-446A-A574-E252C1A6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38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C224-6C93-736E-4A1E-2B34D3400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98A14-ECCD-4FF0-BC0B-C0126F9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CC478-4093-216E-2309-D11CCF692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569A6-C7AA-5639-5917-FB6064931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5CA9-BE5B-4AE3-96BE-123AD9951FD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EE4E7-6E98-A89D-6FED-27FAFC2D4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5C3CC-2778-F4C3-9BD7-02DB571F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3C85-9494-446A-A574-E252C1A6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76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52067-A053-C223-39DD-560F1212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AF721-8E9A-CF4A-C53A-11EDD54B6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C2D5E-506A-78C1-BF9D-5D162C66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E2464-0BC5-6E4B-899C-9D035CB46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5CA9-BE5B-4AE3-96BE-123AD9951FD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F43D0-0629-2A85-A7C5-BC346E30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C8E4C-0B47-9045-1EE9-5BCD5FBF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3C85-9494-446A-A574-E252C1A6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8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2030C-ACC6-FB92-7FC1-16E4AC9C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82EB2-E976-3AFA-05E8-2010397FB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047AF-BE98-0B7E-AC33-8D36B7EC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5CA9-BE5B-4AE3-96BE-123AD9951FD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DF204-1D0A-9AAE-6AEA-1CE4983B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FF786-12BE-7A7A-DA0B-6E35EDC2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3C85-9494-446A-A574-E252C1A6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49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EEED43-0B8D-AAC8-AEA0-27B6D85F6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CD9D5-6A0A-5B0E-7770-142E15816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14F8F-46BF-9D61-86A7-0CFB218CF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5CA9-BE5B-4AE3-96BE-123AD9951FD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0FF31-2CE4-22CA-A4E5-4F2C22F90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6FDF4-A17A-22D0-6125-E3BF1C61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93C85-9494-446A-A574-E252C1A6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66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92DAC-C469-8C8C-290C-5716A4A6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135C2-9C76-B42B-3FFF-2ED023D0C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8FBF7-A8E4-8E4C-9574-3C928B96E8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D5CA9-BE5B-4AE3-96BE-123AD9951FDF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26B12-DA36-3762-9488-567D7172E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37512-BDAD-896F-786B-E42DE9E4B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93C85-9494-446A-A574-E252C1A6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2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3332-00FB-16DC-BC14-D262ED2AC2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effectLst/>
                <a:latin typeface="Roboto" panose="02000000000000000000" pitchFamily="2" charset="0"/>
              </a:rPr>
              <a:t>Monte Carlo Tree Search (MCTS)</a:t>
            </a:r>
            <a:br>
              <a:rPr lang="en-US" b="0" i="0" dirty="0">
                <a:effectLst/>
                <a:latin typeface="Roboto" panose="02000000000000000000" pitchFamily="2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CA1F5-4388-9D3A-D736-6D1DBABF44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Achilleas Tsakpinis</a:t>
            </a:r>
          </a:p>
          <a:p>
            <a:r>
              <a:rPr lang="de-DE" dirty="0"/>
              <a:t>04.10.2022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9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20BC4-E6A5-EE80-D3E5-4924D78F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Different </a:t>
            </a:r>
            <a:r>
              <a:rPr lang="de-DE" dirty="0" err="1"/>
              <a:t>Operations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5DF3D0-EEE1-9A53-38AD-9D279DC80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Selection</a:t>
                </a:r>
                <a:r>
                  <a:rPr lang="de-DE" dirty="0"/>
                  <a:t> Phase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𝑈𝐶𝐵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∗ </m:t>
                    </m:r>
                    <m:rad>
                      <m:radPr>
                        <m:deg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func>
                          </m:num>
                          <m:den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de-DE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de-DE" i="1" dirty="0">
                    <a:latin typeface="Cambria Math" panose="02040503050406030204" pitchFamily="18" charset="0"/>
                  </a:rPr>
                  <a:t>N: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Number</a:t>
                </a:r>
                <a:r>
                  <a:rPr lang="de-DE" i="1" dirty="0">
                    <a:latin typeface="Cambria Math" panose="02040503050406030204" pitchFamily="18" charset="0"/>
                  </a:rPr>
                  <a:t>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of</a:t>
                </a:r>
                <a:r>
                  <a:rPr lang="de-DE" i="1" dirty="0">
                    <a:latin typeface="Cambria Math" panose="02040503050406030204" pitchFamily="18" charset="0"/>
                  </a:rPr>
                  <a:t> all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simulations</a:t>
                </a:r>
                <a:r>
                  <a:rPr lang="de-DE" i="1" dirty="0">
                    <a:latin typeface="Cambria Math" panose="02040503050406030204" pitchFamily="18" charset="0"/>
                  </a:rPr>
                  <a:t>/</a:t>
                </a:r>
                <a:r>
                  <a:rPr lang="de-DE" i="1" dirty="0" err="1">
                    <a:latin typeface="Cambria Math" panose="02040503050406030204" pitchFamily="18" charset="0"/>
                  </a:rPr>
                  <a:t>visits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de-DE" i="1" dirty="0">
                    <a:latin typeface="Cambria Math" panose="02040503050406030204" pitchFamily="18" charset="0"/>
                  </a:rPr>
                  <a:t>n: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Number</a:t>
                </a:r>
                <a:r>
                  <a:rPr lang="de-DE" i="1" dirty="0">
                    <a:latin typeface="Cambria Math" panose="02040503050406030204" pitchFamily="18" charset="0"/>
                  </a:rPr>
                  <a:t>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of</a:t>
                </a:r>
                <a:r>
                  <a:rPr lang="de-DE" i="1" dirty="0">
                    <a:latin typeface="Cambria Math" panose="02040503050406030204" pitchFamily="18" charset="0"/>
                  </a:rPr>
                  <a:t> own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simulations</a:t>
                </a:r>
                <a:r>
                  <a:rPr lang="de-DE" i="1" dirty="0">
                    <a:latin typeface="Cambria Math" panose="02040503050406030204" pitchFamily="18" charset="0"/>
                  </a:rPr>
                  <a:t>/</a:t>
                </a:r>
                <a:r>
                  <a:rPr lang="de-DE" i="1" dirty="0" err="1">
                    <a:latin typeface="Cambria Math" panose="02040503050406030204" pitchFamily="18" charset="0"/>
                  </a:rPr>
                  <a:t>visits</a:t>
                </a:r>
                <a:endParaRPr lang="de-DE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nor/>
                      </m:rPr>
                      <a:rPr lang="de-DE" dirty="0" smtClean="0"/>
                      <m:t>∊ [1; </m:t>
                    </m:r>
                    <m:r>
                      <m:rPr>
                        <m:nor/>
                      </m:rPr>
                      <a:rPr lang="de-DE" dirty="0" smtClean="0"/>
                      <m:t>inf</m:t>
                    </m:r>
                    <m:r>
                      <m:rPr>
                        <m:nor/>
                      </m:rPr>
                      <a:rPr lang="de-DE" dirty="0" smtClean="0"/>
                      <m:t>] </m:t>
                    </m:r>
                  </m:oMath>
                </a14:m>
                <a:endParaRPr lang="de-DE" b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Node</a:t>
                </a:r>
                <a:r>
                  <a:rPr lang="de-DE" dirty="0"/>
                  <a:t> Expansion Phase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800" dirty="0"/>
                  <a:t>Simulation Phase</a:t>
                </a:r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Estimation</a:t>
                </a:r>
                <a:r>
                  <a:rPr lang="de-DE" dirty="0"/>
                  <a:t> Phase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5DF3D0-EEE1-9A53-38AD-9D279DC80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20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0BC59-F95C-0DFC-9ECD-FF25F8B3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</a:t>
            </a:r>
            <a:r>
              <a:rPr lang="en-US" dirty="0"/>
              <a:t>ock,</a:t>
            </a:r>
            <a:r>
              <a:rPr lang="en-US" b="1" dirty="0">
                <a:solidFill>
                  <a:srgbClr val="FF0000"/>
                </a:solidFill>
              </a:rPr>
              <a:t> P</a:t>
            </a:r>
            <a:r>
              <a:rPr lang="en-US" dirty="0"/>
              <a:t>aper,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cissors </a:t>
            </a:r>
          </a:p>
        </p:txBody>
      </p:sp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6F6FB7CD-7BA7-B1CD-E2FD-32D5941AA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" y="1412620"/>
            <a:ext cx="10012680" cy="526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5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A546-CCFF-3D40-774E-B15A728C4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Algortihm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E4361E9-BC04-F9F4-B0AA-2C8C93000000}"/>
              </a:ext>
            </a:extLst>
          </p:cNvPr>
          <p:cNvSpPr/>
          <p:nvPr/>
        </p:nvSpPr>
        <p:spPr>
          <a:xfrm>
            <a:off x="3307080" y="365125"/>
            <a:ext cx="2788920" cy="52322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66D3A-8748-B972-3D1B-16211EA505D3}"/>
              </a:ext>
            </a:extLst>
          </p:cNvPr>
          <p:cNvSpPr/>
          <p:nvPr/>
        </p:nvSpPr>
        <p:spPr>
          <a:xfrm>
            <a:off x="3307080" y="1346051"/>
            <a:ext cx="2788920" cy="7458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B573DCD3-0E53-C8D2-6972-DA0E27B569FB}"/>
              </a:ext>
            </a:extLst>
          </p:cNvPr>
          <p:cNvSpPr/>
          <p:nvPr/>
        </p:nvSpPr>
        <p:spPr>
          <a:xfrm>
            <a:off x="3223260" y="2651125"/>
            <a:ext cx="3002280" cy="1722120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ADDB3-2CB3-94C7-ABA2-AC7AD8B026E5}"/>
              </a:ext>
            </a:extLst>
          </p:cNvPr>
          <p:cNvSpPr/>
          <p:nvPr/>
        </p:nvSpPr>
        <p:spPr>
          <a:xfrm>
            <a:off x="3329940" y="4587875"/>
            <a:ext cx="2788920" cy="1905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1298D6-2CE4-D8ED-94A3-7AF202630C21}"/>
              </a:ext>
            </a:extLst>
          </p:cNvPr>
          <p:cNvSpPr/>
          <p:nvPr/>
        </p:nvSpPr>
        <p:spPr>
          <a:xfrm>
            <a:off x="8294077" y="233207"/>
            <a:ext cx="2788920" cy="3472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1C70B40-4244-7A6A-00C6-3807C7A3826A}"/>
              </a:ext>
            </a:extLst>
          </p:cNvPr>
          <p:cNvSpPr/>
          <p:nvPr/>
        </p:nvSpPr>
        <p:spPr>
          <a:xfrm>
            <a:off x="8195017" y="910972"/>
            <a:ext cx="3002280" cy="1722120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47D282-A098-7652-F1D4-4C71AF7996F1}"/>
              </a:ext>
            </a:extLst>
          </p:cNvPr>
          <p:cNvSpPr/>
          <p:nvPr/>
        </p:nvSpPr>
        <p:spPr>
          <a:xfrm>
            <a:off x="8301697" y="2847722"/>
            <a:ext cx="2788920" cy="16614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9EF23C-E3C7-B0BE-0013-D481E8BCDD46}"/>
              </a:ext>
            </a:extLst>
          </p:cNvPr>
          <p:cNvSpPr/>
          <p:nvPr/>
        </p:nvSpPr>
        <p:spPr>
          <a:xfrm>
            <a:off x="8278837" y="4946153"/>
            <a:ext cx="2788920" cy="10413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A17238-C8B6-2AB9-B59E-8A0418F0C1C6}"/>
              </a:ext>
            </a:extLst>
          </p:cNvPr>
          <p:cNvSpPr/>
          <p:nvPr/>
        </p:nvSpPr>
        <p:spPr>
          <a:xfrm>
            <a:off x="8290267" y="6222064"/>
            <a:ext cx="2788920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B3183B-BCF9-F3CE-C341-6ADE5B7EF29A}"/>
              </a:ext>
            </a:extLst>
          </p:cNvPr>
          <p:cNvSpPr txBox="1"/>
          <p:nvPr/>
        </p:nvSpPr>
        <p:spPr>
          <a:xfrm>
            <a:off x="4244340" y="365125"/>
            <a:ext cx="96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Start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BECE38-38FD-65CA-8DCA-8A80FB8C4155}"/>
                  </a:ext>
                </a:extLst>
              </p:cNvPr>
              <p:cNvSpPr txBox="1"/>
              <p:nvPr/>
            </p:nvSpPr>
            <p:spPr>
              <a:xfrm>
                <a:off x="3329940" y="1463756"/>
                <a:ext cx="24003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800" dirty="0"/>
                  <a:t>Current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/>
                        </m:ctrlPr>
                      </m:sSubPr>
                      <m:e>
                        <m:r>
                          <a:rPr lang="de-DE" sz="2800"/>
                          <m:t>𝑆</m:t>
                        </m:r>
                      </m:e>
                      <m:sub>
                        <m:r>
                          <a:rPr lang="de-DE" sz="2800"/>
                          <m:t>0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BECE38-38FD-65CA-8DCA-8A80FB8C4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940" y="1463756"/>
                <a:ext cx="2400300" cy="523220"/>
              </a:xfrm>
              <a:prstGeom prst="rect">
                <a:avLst/>
              </a:prstGeom>
              <a:blipFill>
                <a:blip r:embed="rId2"/>
                <a:stretch>
                  <a:fillRect l="-5076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00DECA-0EE3-6A7C-AE6F-D38487CBDAEE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4701540" y="888345"/>
            <a:ext cx="0" cy="457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693A2F-90C7-A9AB-3684-835F4B15FD36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701540" y="2091859"/>
            <a:ext cx="22860" cy="5592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4C62BC-B9A7-ED92-4403-F49D75933FE7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724400" y="4373245"/>
            <a:ext cx="0" cy="2146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6CF7173-CA1F-E8B3-264A-8531C271DE88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6225540" y="1772032"/>
            <a:ext cx="1969477" cy="17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BC7A904-E2EF-6D1F-2DDB-3D4ADDE29F4B}"/>
              </a:ext>
            </a:extLst>
          </p:cNvPr>
          <p:cNvCxnSpPr>
            <a:cxnSpLocks/>
            <a:stCxn id="7" idx="1"/>
            <a:endCxn id="6" idx="1"/>
          </p:cNvCxnSpPr>
          <p:nvPr/>
        </p:nvCxnSpPr>
        <p:spPr>
          <a:xfrm rot="10800000">
            <a:off x="3223260" y="3512185"/>
            <a:ext cx="106680" cy="2028190"/>
          </a:xfrm>
          <a:prstGeom prst="bentConnector3">
            <a:avLst>
              <a:gd name="adj1" fmla="val 31428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24D354E-3D96-6342-FEFD-E2461E24FE4C}"/>
              </a:ext>
            </a:extLst>
          </p:cNvPr>
          <p:cNvSpPr txBox="1"/>
          <p:nvPr/>
        </p:nvSpPr>
        <p:spPr>
          <a:xfrm>
            <a:off x="6661639" y="2127905"/>
            <a:ext cx="96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Yes</a:t>
            </a:r>
            <a:endParaRPr lang="en-US" sz="28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2FACDF6-1DDC-04F1-66FA-52978E070C85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H="1" flipV="1">
            <a:off x="9688537" y="580435"/>
            <a:ext cx="7620" cy="3305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EED54B-6AA1-DF5B-9073-9FB8E0073CD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9696157" y="2633092"/>
            <a:ext cx="0" cy="2146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9F10BD4-53A9-E977-4A24-1A0D57719E0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9673297" y="4509130"/>
            <a:ext cx="22860" cy="4370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3648EE9-F5C1-9C2F-D4E2-5700A22C7B0C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9673297" y="5987479"/>
            <a:ext cx="11430" cy="2345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83272C2-C4A7-02DE-404D-687257FA1111}"/>
              </a:ext>
            </a:extLst>
          </p:cNvPr>
          <p:cNvSpPr txBox="1"/>
          <p:nvPr/>
        </p:nvSpPr>
        <p:spPr>
          <a:xfrm>
            <a:off x="3533629" y="3250575"/>
            <a:ext cx="2484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Current</a:t>
            </a:r>
            <a:r>
              <a:rPr lang="de-DE" sz="2800" dirty="0"/>
              <a:t> == Leaf</a:t>
            </a:r>
            <a:endParaRPr lang="en-US" sz="2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A800BF-973A-C936-0DDE-7ED944B3A8BC}"/>
              </a:ext>
            </a:extLst>
          </p:cNvPr>
          <p:cNvSpPr txBox="1"/>
          <p:nvPr/>
        </p:nvSpPr>
        <p:spPr>
          <a:xfrm>
            <a:off x="4969706" y="4111635"/>
            <a:ext cx="96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No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DA78F98-52DE-BA45-3CB5-FAFA5122E8EA}"/>
                  </a:ext>
                </a:extLst>
              </p:cNvPr>
              <p:cNvSpPr txBox="1"/>
              <p:nvPr/>
            </p:nvSpPr>
            <p:spPr>
              <a:xfrm>
                <a:off x="3389582" y="4587874"/>
                <a:ext cx="2706412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800" dirty="0"/>
                  <a:t>Current == </a:t>
                </a:r>
                <a:r>
                  <a:rPr lang="de-DE" sz="2800" dirty="0" err="1"/>
                  <a:t>child</a:t>
                </a:r>
                <a:endParaRPr lang="de-DE" sz="2800" dirty="0"/>
              </a:p>
              <a:p>
                <a:r>
                  <a:rPr lang="de-DE" sz="2800" dirty="0" err="1"/>
                  <a:t>Of</a:t>
                </a:r>
                <a:r>
                  <a:rPr lang="de-DE" sz="2800" dirty="0"/>
                  <a:t> </a:t>
                </a:r>
                <a:r>
                  <a:rPr lang="de-DE" sz="2800" dirty="0" err="1"/>
                  <a:t>current</a:t>
                </a:r>
                <a:r>
                  <a:rPr lang="de-DE" sz="2800" dirty="0"/>
                  <a:t> that has maximum UCB(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8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8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DA78F98-52DE-BA45-3CB5-FAFA5122E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582" y="4587874"/>
                <a:ext cx="2706412" cy="1815882"/>
              </a:xfrm>
              <a:prstGeom prst="rect">
                <a:avLst/>
              </a:prstGeom>
              <a:blipFill>
                <a:blip r:embed="rId3"/>
                <a:stretch>
                  <a:fillRect l="-4505" t="-3367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5EFDF24D-7139-4523-A68B-9E3EF6FA5050}"/>
              </a:ext>
            </a:extLst>
          </p:cNvPr>
          <p:cNvSpPr txBox="1"/>
          <p:nvPr/>
        </p:nvSpPr>
        <p:spPr>
          <a:xfrm>
            <a:off x="9716966" y="523012"/>
            <a:ext cx="96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Yes</a:t>
            </a:r>
            <a:endParaRPr lang="en-US" sz="28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E8B89-B2F9-C4D2-F655-8572990D1CFA}"/>
              </a:ext>
            </a:extLst>
          </p:cNvPr>
          <p:cNvSpPr txBox="1"/>
          <p:nvPr/>
        </p:nvSpPr>
        <p:spPr>
          <a:xfrm>
            <a:off x="9809722" y="2386710"/>
            <a:ext cx="96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No</a:t>
            </a:r>
            <a:endParaRPr lang="en-US" sz="28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7D4C2F-B382-EA45-EE7A-AF0AB1713ADA}"/>
              </a:ext>
            </a:extLst>
          </p:cNvPr>
          <p:cNvSpPr txBox="1"/>
          <p:nvPr/>
        </p:nvSpPr>
        <p:spPr>
          <a:xfrm>
            <a:off x="8499817" y="135052"/>
            <a:ext cx="2400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Simulation</a:t>
            </a:r>
            <a:endParaRPr lang="en-US" sz="28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7B1C48-798D-DE67-CD97-032754C39920}"/>
              </a:ext>
            </a:extLst>
          </p:cNvPr>
          <p:cNvSpPr txBox="1"/>
          <p:nvPr/>
        </p:nvSpPr>
        <p:spPr>
          <a:xfrm>
            <a:off x="8473147" y="6231265"/>
            <a:ext cx="2400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Simulation</a:t>
            </a:r>
            <a:endParaRPr lang="en-US" sz="28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55D36D-CE18-2319-37FF-41BD4E7EE30C}"/>
              </a:ext>
            </a:extLst>
          </p:cNvPr>
          <p:cNvSpPr txBox="1"/>
          <p:nvPr/>
        </p:nvSpPr>
        <p:spPr>
          <a:xfrm>
            <a:off x="8484577" y="1408719"/>
            <a:ext cx="24841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 err="1"/>
              <a:t>Current</a:t>
            </a:r>
            <a:r>
              <a:rPr lang="de-DE" sz="2800" dirty="0"/>
              <a:t> </a:t>
            </a:r>
            <a:r>
              <a:rPr lang="de-DE" sz="2800" dirty="0" err="1"/>
              <a:t>already</a:t>
            </a:r>
            <a:r>
              <a:rPr lang="de-DE" sz="2800" dirty="0"/>
              <a:t> </a:t>
            </a:r>
            <a:r>
              <a:rPr lang="de-DE" sz="2800" dirty="0" err="1"/>
              <a:t>visited</a:t>
            </a:r>
            <a:endParaRPr lang="en-US" sz="28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FA3B0C-297A-6DA5-4165-CA11D4480445}"/>
              </a:ext>
            </a:extLst>
          </p:cNvPr>
          <p:cNvSpPr txBox="1"/>
          <p:nvPr/>
        </p:nvSpPr>
        <p:spPr>
          <a:xfrm>
            <a:off x="8384205" y="2806982"/>
            <a:ext cx="27064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Add </a:t>
            </a:r>
            <a:r>
              <a:rPr lang="de-DE" sz="2800" dirty="0" err="1"/>
              <a:t>as</a:t>
            </a:r>
            <a:r>
              <a:rPr lang="de-DE" sz="2800" dirty="0"/>
              <a:t> </a:t>
            </a:r>
            <a:r>
              <a:rPr lang="de-DE" sz="2800" dirty="0" err="1"/>
              <a:t>many</a:t>
            </a:r>
            <a:r>
              <a:rPr lang="de-DE" sz="2800" dirty="0"/>
              <a:t> </a:t>
            </a:r>
            <a:r>
              <a:rPr lang="de-DE" sz="2800" dirty="0" err="1"/>
              <a:t>children</a:t>
            </a:r>
            <a:r>
              <a:rPr lang="de-DE" sz="2800" dirty="0"/>
              <a:t> </a:t>
            </a:r>
            <a:r>
              <a:rPr lang="de-DE" sz="2800" dirty="0" err="1"/>
              <a:t>as</a:t>
            </a:r>
            <a:r>
              <a:rPr lang="de-DE" sz="2800" dirty="0"/>
              <a:t> there </a:t>
            </a:r>
            <a:r>
              <a:rPr lang="de-DE" sz="2800" dirty="0" err="1"/>
              <a:t>are</a:t>
            </a:r>
            <a:r>
              <a:rPr lang="de-DE" sz="2800" dirty="0"/>
              <a:t> </a:t>
            </a:r>
            <a:r>
              <a:rPr lang="de-DE" sz="2800" dirty="0" err="1"/>
              <a:t>actions</a:t>
            </a:r>
            <a:r>
              <a:rPr lang="de-DE" sz="2800" dirty="0"/>
              <a:t> to </a:t>
            </a:r>
            <a:r>
              <a:rPr lang="de-DE" sz="2800" dirty="0" err="1"/>
              <a:t>current</a:t>
            </a:r>
            <a:endParaRPr lang="de-DE" sz="28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E65918-5A06-4217-39DB-FFAC5E6C9A96}"/>
              </a:ext>
            </a:extLst>
          </p:cNvPr>
          <p:cNvSpPr txBox="1"/>
          <p:nvPr/>
        </p:nvSpPr>
        <p:spPr>
          <a:xfrm>
            <a:off x="8278837" y="5007831"/>
            <a:ext cx="2400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Current</a:t>
            </a:r>
            <a:r>
              <a:rPr lang="de-DE" sz="2800" dirty="0"/>
              <a:t> = </a:t>
            </a:r>
            <a:r>
              <a:rPr lang="de-DE" sz="2800" dirty="0" err="1"/>
              <a:t>first</a:t>
            </a:r>
            <a:r>
              <a:rPr lang="de-DE" sz="2800" dirty="0"/>
              <a:t> </a:t>
            </a:r>
            <a:r>
              <a:rPr lang="de-DE" sz="2800" dirty="0" err="1"/>
              <a:t>child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0437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6DCE-0975-2F79-4D3E-14E7D0D7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(1/11)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1E660C-53E8-C843-A7F3-6A177722E1A4}"/>
              </a:ext>
            </a:extLst>
          </p:cNvPr>
          <p:cNvSpPr/>
          <p:nvPr/>
        </p:nvSpPr>
        <p:spPr>
          <a:xfrm>
            <a:off x="5667258" y="72502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/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383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6DCE-0975-2F79-4D3E-14E7D0D7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(2/11)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1E660C-53E8-C843-A7F3-6A177722E1A4}"/>
              </a:ext>
            </a:extLst>
          </p:cNvPr>
          <p:cNvSpPr/>
          <p:nvPr/>
        </p:nvSpPr>
        <p:spPr>
          <a:xfrm>
            <a:off x="5667258" y="72502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/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96CEFEC-547E-EF49-7617-76A4307AEBB4}"/>
              </a:ext>
            </a:extLst>
          </p:cNvPr>
          <p:cNvSpPr/>
          <p:nvPr/>
        </p:nvSpPr>
        <p:spPr>
          <a:xfrm>
            <a:off x="2116083" y="224191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2BCDEB-3FF5-2025-3E0F-49EC9414B8B1}"/>
              </a:ext>
            </a:extLst>
          </p:cNvPr>
          <p:cNvSpPr/>
          <p:nvPr/>
        </p:nvSpPr>
        <p:spPr>
          <a:xfrm>
            <a:off x="5646853" y="223030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50D99-2452-EC01-BF7D-0E1F0D3A743D}"/>
              </a:ext>
            </a:extLst>
          </p:cNvPr>
          <p:cNvSpPr/>
          <p:nvPr/>
        </p:nvSpPr>
        <p:spPr>
          <a:xfrm>
            <a:off x="9366630" y="227012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58554E-DF4B-02C8-9C05-062612FF712C}"/>
              </a:ext>
            </a:extLst>
          </p:cNvPr>
          <p:cNvCxnSpPr>
            <a:cxnSpLocks/>
            <a:stCxn id="4" idx="2"/>
            <a:endCxn id="8" idx="7"/>
          </p:cNvCxnSpPr>
          <p:nvPr/>
        </p:nvCxnSpPr>
        <p:spPr>
          <a:xfrm flipH="1">
            <a:off x="2808967" y="1107584"/>
            <a:ext cx="2858291" cy="12463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514FE1-1CC8-684D-4822-5E35BE6B7D51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052735" y="1490139"/>
            <a:ext cx="20405" cy="7401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C538BF-676C-2868-78B9-E73F2CC64DDD}"/>
              </a:ext>
            </a:extLst>
          </p:cNvPr>
          <p:cNvCxnSpPr>
            <a:cxnSpLocks/>
            <a:stCxn id="4" idx="6"/>
            <a:endCxn id="10" idx="1"/>
          </p:cNvCxnSpPr>
          <p:nvPr/>
        </p:nvCxnSpPr>
        <p:spPr>
          <a:xfrm>
            <a:off x="6479022" y="1107584"/>
            <a:ext cx="3006488" cy="127458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/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/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/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300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6DCE-0975-2F79-4D3E-14E7D0D7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(3/11)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1E660C-53E8-C843-A7F3-6A177722E1A4}"/>
              </a:ext>
            </a:extLst>
          </p:cNvPr>
          <p:cNvSpPr/>
          <p:nvPr/>
        </p:nvSpPr>
        <p:spPr>
          <a:xfrm>
            <a:off x="5667258" y="72502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/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96CEFEC-547E-EF49-7617-76A4307AEBB4}"/>
              </a:ext>
            </a:extLst>
          </p:cNvPr>
          <p:cNvSpPr/>
          <p:nvPr/>
        </p:nvSpPr>
        <p:spPr>
          <a:xfrm>
            <a:off x="2116083" y="224191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2BCDEB-3FF5-2025-3E0F-49EC9414B8B1}"/>
              </a:ext>
            </a:extLst>
          </p:cNvPr>
          <p:cNvSpPr/>
          <p:nvPr/>
        </p:nvSpPr>
        <p:spPr>
          <a:xfrm>
            <a:off x="5646853" y="223030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50D99-2452-EC01-BF7D-0E1F0D3A743D}"/>
              </a:ext>
            </a:extLst>
          </p:cNvPr>
          <p:cNvSpPr/>
          <p:nvPr/>
        </p:nvSpPr>
        <p:spPr>
          <a:xfrm>
            <a:off x="9366630" y="227012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58554E-DF4B-02C8-9C05-062612FF712C}"/>
              </a:ext>
            </a:extLst>
          </p:cNvPr>
          <p:cNvCxnSpPr>
            <a:cxnSpLocks/>
            <a:stCxn id="4" idx="2"/>
            <a:endCxn id="8" idx="7"/>
          </p:cNvCxnSpPr>
          <p:nvPr/>
        </p:nvCxnSpPr>
        <p:spPr>
          <a:xfrm flipH="1">
            <a:off x="2808967" y="1107584"/>
            <a:ext cx="2858291" cy="12463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514FE1-1CC8-684D-4822-5E35BE6B7D51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052735" y="1490139"/>
            <a:ext cx="20405" cy="7401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C538BF-676C-2868-78B9-E73F2CC64DDD}"/>
              </a:ext>
            </a:extLst>
          </p:cNvPr>
          <p:cNvCxnSpPr>
            <a:cxnSpLocks/>
            <a:stCxn id="4" idx="6"/>
            <a:endCxn id="10" idx="1"/>
          </p:cNvCxnSpPr>
          <p:nvPr/>
        </p:nvCxnSpPr>
        <p:spPr>
          <a:xfrm>
            <a:off x="6479022" y="1107584"/>
            <a:ext cx="3006488" cy="127458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/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/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/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9539177-7319-3E6A-2B75-8102C8665A0E}"/>
              </a:ext>
            </a:extLst>
          </p:cNvPr>
          <p:cNvSpPr/>
          <p:nvPr/>
        </p:nvSpPr>
        <p:spPr>
          <a:xfrm>
            <a:off x="1990399" y="3023118"/>
            <a:ext cx="1133663" cy="2733870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08EF5F-8DFF-8E48-C5C0-D4F2A6E921D9}"/>
              </a:ext>
            </a:extLst>
          </p:cNvPr>
          <p:cNvSpPr/>
          <p:nvPr/>
        </p:nvSpPr>
        <p:spPr>
          <a:xfrm>
            <a:off x="1769659" y="5756988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8BCE1F4-3583-041F-2181-4275F2F8C3C0}"/>
              </a:ext>
            </a:extLst>
          </p:cNvPr>
          <p:cNvSpPr/>
          <p:nvPr/>
        </p:nvSpPr>
        <p:spPr>
          <a:xfrm>
            <a:off x="1845859" y="5833188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55412E-89A2-DAFB-8D76-C56532B79F28}"/>
              </a:ext>
            </a:extLst>
          </p:cNvPr>
          <p:cNvSpPr txBox="1"/>
          <p:nvPr/>
        </p:nvSpPr>
        <p:spPr>
          <a:xfrm>
            <a:off x="1908213" y="5816377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</a:rPr>
              <a:t>W</a:t>
            </a:r>
            <a:endParaRPr lang="en-US" sz="3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29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6DCE-0975-2F79-4D3E-14E7D0D7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(4/11)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1E660C-53E8-C843-A7F3-6A177722E1A4}"/>
              </a:ext>
            </a:extLst>
          </p:cNvPr>
          <p:cNvSpPr/>
          <p:nvPr/>
        </p:nvSpPr>
        <p:spPr>
          <a:xfrm>
            <a:off x="5667258" y="72502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/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96CEFEC-547E-EF49-7617-76A4307AEBB4}"/>
              </a:ext>
            </a:extLst>
          </p:cNvPr>
          <p:cNvSpPr/>
          <p:nvPr/>
        </p:nvSpPr>
        <p:spPr>
          <a:xfrm>
            <a:off x="2116083" y="224191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2BCDEB-3FF5-2025-3E0F-49EC9414B8B1}"/>
              </a:ext>
            </a:extLst>
          </p:cNvPr>
          <p:cNvSpPr/>
          <p:nvPr/>
        </p:nvSpPr>
        <p:spPr>
          <a:xfrm>
            <a:off x="5646853" y="223030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50D99-2452-EC01-BF7D-0E1F0D3A743D}"/>
              </a:ext>
            </a:extLst>
          </p:cNvPr>
          <p:cNvSpPr/>
          <p:nvPr/>
        </p:nvSpPr>
        <p:spPr>
          <a:xfrm>
            <a:off x="9366630" y="227012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58554E-DF4B-02C8-9C05-062612FF712C}"/>
              </a:ext>
            </a:extLst>
          </p:cNvPr>
          <p:cNvCxnSpPr>
            <a:cxnSpLocks/>
            <a:stCxn id="4" idx="2"/>
            <a:endCxn id="8" idx="7"/>
          </p:cNvCxnSpPr>
          <p:nvPr/>
        </p:nvCxnSpPr>
        <p:spPr>
          <a:xfrm flipH="1">
            <a:off x="2808967" y="1107584"/>
            <a:ext cx="2858291" cy="12463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514FE1-1CC8-684D-4822-5E35BE6B7D51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052735" y="1490139"/>
            <a:ext cx="20405" cy="7401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C538BF-676C-2868-78B9-E73F2CC64DDD}"/>
              </a:ext>
            </a:extLst>
          </p:cNvPr>
          <p:cNvCxnSpPr>
            <a:cxnSpLocks/>
            <a:stCxn id="4" idx="6"/>
            <a:endCxn id="10" idx="1"/>
          </p:cNvCxnSpPr>
          <p:nvPr/>
        </p:nvCxnSpPr>
        <p:spPr>
          <a:xfrm>
            <a:off x="6479022" y="1107584"/>
            <a:ext cx="3006488" cy="127458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/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/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/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9539177-7319-3E6A-2B75-8102C8665A0E}"/>
              </a:ext>
            </a:extLst>
          </p:cNvPr>
          <p:cNvSpPr/>
          <p:nvPr/>
        </p:nvSpPr>
        <p:spPr>
          <a:xfrm>
            <a:off x="1990399" y="3023118"/>
            <a:ext cx="1133663" cy="2733870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08EF5F-8DFF-8E48-C5C0-D4F2A6E921D9}"/>
              </a:ext>
            </a:extLst>
          </p:cNvPr>
          <p:cNvSpPr/>
          <p:nvPr/>
        </p:nvSpPr>
        <p:spPr>
          <a:xfrm>
            <a:off x="1769659" y="5756988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8BCE1F4-3583-041F-2181-4275F2F8C3C0}"/>
              </a:ext>
            </a:extLst>
          </p:cNvPr>
          <p:cNvSpPr/>
          <p:nvPr/>
        </p:nvSpPr>
        <p:spPr>
          <a:xfrm>
            <a:off x="1845859" y="5833188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55412E-89A2-DAFB-8D76-C56532B79F28}"/>
              </a:ext>
            </a:extLst>
          </p:cNvPr>
          <p:cNvSpPr txBox="1"/>
          <p:nvPr/>
        </p:nvSpPr>
        <p:spPr>
          <a:xfrm>
            <a:off x="1908213" y="5816377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</a:rPr>
              <a:t>W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E55A97E-97BF-5D1A-75BD-F512DD7BC60D}"/>
              </a:ext>
            </a:extLst>
          </p:cNvPr>
          <p:cNvSpPr/>
          <p:nvPr/>
        </p:nvSpPr>
        <p:spPr>
          <a:xfrm>
            <a:off x="5529168" y="3007026"/>
            <a:ext cx="1133663" cy="2733870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5F4ED4C-8F20-8A3E-023A-C1DFBD82DEFB}"/>
              </a:ext>
            </a:extLst>
          </p:cNvPr>
          <p:cNvSpPr/>
          <p:nvPr/>
        </p:nvSpPr>
        <p:spPr>
          <a:xfrm>
            <a:off x="5308428" y="574089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B15F8BC-9174-D52F-91FC-230642326C1C}"/>
              </a:ext>
            </a:extLst>
          </p:cNvPr>
          <p:cNvSpPr/>
          <p:nvPr/>
        </p:nvSpPr>
        <p:spPr>
          <a:xfrm>
            <a:off x="5384628" y="5817096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D5A9C7-3DCE-BC38-13BC-D88AA1A0AB17}"/>
              </a:ext>
            </a:extLst>
          </p:cNvPr>
          <p:cNvSpPr txBox="1"/>
          <p:nvPr/>
        </p:nvSpPr>
        <p:spPr>
          <a:xfrm>
            <a:off x="5529168" y="5800285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4943993-1D5B-0C48-9792-F57D49AD41EA}"/>
              </a:ext>
            </a:extLst>
          </p:cNvPr>
          <p:cNvSpPr/>
          <p:nvPr/>
        </p:nvSpPr>
        <p:spPr>
          <a:xfrm>
            <a:off x="9264152" y="3035230"/>
            <a:ext cx="1133663" cy="2733870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2671DC3-2487-BAD3-2A7D-C3B13EB6DA4E}"/>
              </a:ext>
            </a:extLst>
          </p:cNvPr>
          <p:cNvSpPr/>
          <p:nvPr/>
        </p:nvSpPr>
        <p:spPr>
          <a:xfrm>
            <a:off x="9043412" y="576910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F972ACD-C17E-388F-7FC7-FF4DF98DBB0F}"/>
              </a:ext>
            </a:extLst>
          </p:cNvPr>
          <p:cNvSpPr/>
          <p:nvPr/>
        </p:nvSpPr>
        <p:spPr>
          <a:xfrm>
            <a:off x="9119612" y="5845300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6A3E62-3680-5930-2D22-20BFC2E6B5BE}"/>
              </a:ext>
            </a:extLst>
          </p:cNvPr>
          <p:cNvSpPr txBox="1"/>
          <p:nvPr/>
        </p:nvSpPr>
        <p:spPr>
          <a:xfrm>
            <a:off x="9264152" y="5828489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299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6DCE-0975-2F79-4D3E-14E7D0D7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(5/11)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1E660C-53E8-C843-A7F3-6A177722E1A4}"/>
              </a:ext>
            </a:extLst>
          </p:cNvPr>
          <p:cNvSpPr/>
          <p:nvPr/>
        </p:nvSpPr>
        <p:spPr>
          <a:xfrm>
            <a:off x="5667258" y="72502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/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96CEFEC-547E-EF49-7617-76A4307AEBB4}"/>
              </a:ext>
            </a:extLst>
          </p:cNvPr>
          <p:cNvSpPr/>
          <p:nvPr/>
        </p:nvSpPr>
        <p:spPr>
          <a:xfrm>
            <a:off x="2116083" y="224191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2BCDEB-3FF5-2025-3E0F-49EC9414B8B1}"/>
              </a:ext>
            </a:extLst>
          </p:cNvPr>
          <p:cNvSpPr/>
          <p:nvPr/>
        </p:nvSpPr>
        <p:spPr>
          <a:xfrm>
            <a:off x="5646853" y="223030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50D99-2452-EC01-BF7D-0E1F0D3A743D}"/>
              </a:ext>
            </a:extLst>
          </p:cNvPr>
          <p:cNvSpPr/>
          <p:nvPr/>
        </p:nvSpPr>
        <p:spPr>
          <a:xfrm>
            <a:off x="9366630" y="227012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58554E-DF4B-02C8-9C05-062612FF712C}"/>
              </a:ext>
            </a:extLst>
          </p:cNvPr>
          <p:cNvCxnSpPr>
            <a:cxnSpLocks/>
            <a:stCxn id="4" idx="2"/>
            <a:endCxn id="8" idx="7"/>
          </p:cNvCxnSpPr>
          <p:nvPr/>
        </p:nvCxnSpPr>
        <p:spPr>
          <a:xfrm flipH="1">
            <a:off x="2808967" y="1107584"/>
            <a:ext cx="2858291" cy="12463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514FE1-1CC8-684D-4822-5E35BE6B7D51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052735" y="1490139"/>
            <a:ext cx="20405" cy="7401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C538BF-676C-2868-78B9-E73F2CC64DDD}"/>
              </a:ext>
            </a:extLst>
          </p:cNvPr>
          <p:cNvCxnSpPr>
            <a:cxnSpLocks/>
            <a:stCxn id="4" idx="6"/>
            <a:endCxn id="10" idx="1"/>
          </p:cNvCxnSpPr>
          <p:nvPr/>
        </p:nvCxnSpPr>
        <p:spPr>
          <a:xfrm>
            <a:off x="6479022" y="1107584"/>
            <a:ext cx="3006488" cy="127458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/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/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/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9539177-7319-3E6A-2B75-8102C8665A0E}"/>
              </a:ext>
            </a:extLst>
          </p:cNvPr>
          <p:cNvSpPr/>
          <p:nvPr/>
        </p:nvSpPr>
        <p:spPr>
          <a:xfrm>
            <a:off x="1990399" y="3023118"/>
            <a:ext cx="1133663" cy="2733870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08EF5F-8DFF-8E48-C5C0-D4F2A6E921D9}"/>
              </a:ext>
            </a:extLst>
          </p:cNvPr>
          <p:cNvSpPr/>
          <p:nvPr/>
        </p:nvSpPr>
        <p:spPr>
          <a:xfrm>
            <a:off x="1769659" y="5756988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8BCE1F4-3583-041F-2181-4275F2F8C3C0}"/>
              </a:ext>
            </a:extLst>
          </p:cNvPr>
          <p:cNvSpPr/>
          <p:nvPr/>
        </p:nvSpPr>
        <p:spPr>
          <a:xfrm>
            <a:off x="1845859" y="5833188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55412E-89A2-DAFB-8D76-C56532B79F28}"/>
              </a:ext>
            </a:extLst>
          </p:cNvPr>
          <p:cNvSpPr txBox="1"/>
          <p:nvPr/>
        </p:nvSpPr>
        <p:spPr>
          <a:xfrm>
            <a:off x="1908213" y="5816377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</a:rPr>
              <a:t>W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E55A97E-97BF-5D1A-75BD-F512DD7BC60D}"/>
              </a:ext>
            </a:extLst>
          </p:cNvPr>
          <p:cNvSpPr/>
          <p:nvPr/>
        </p:nvSpPr>
        <p:spPr>
          <a:xfrm>
            <a:off x="5529168" y="3007026"/>
            <a:ext cx="1133663" cy="2733870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5F4ED4C-8F20-8A3E-023A-C1DFBD82DEFB}"/>
              </a:ext>
            </a:extLst>
          </p:cNvPr>
          <p:cNvSpPr/>
          <p:nvPr/>
        </p:nvSpPr>
        <p:spPr>
          <a:xfrm>
            <a:off x="5308428" y="574089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B15F8BC-9174-D52F-91FC-230642326C1C}"/>
              </a:ext>
            </a:extLst>
          </p:cNvPr>
          <p:cNvSpPr/>
          <p:nvPr/>
        </p:nvSpPr>
        <p:spPr>
          <a:xfrm>
            <a:off x="5384628" y="5817096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D5A9C7-3DCE-BC38-13BC-D88AA1A0AB17}"/>
              </a:ext>
            </a:extLst>
          </p:cNvPr>
          <p:cNvSpPr txBox="1"/>
          <p:nvPr/>
        </p:nvSpPr>
        <p:spPr>
          <a:xfrm>
            <a:off x="5529168" y="5800285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4943993-1D5B-0C48-9792-F57D49AD41EA}"/>
              </a:ext>
            </a:extLst>
          </p:cNvPr>
          <p:cNvSpPr/>
          <p:nvPr/>
        </p:nvSpPr>
        <p:spPr>
          <a:xfrm>
            <a:off x="9264152" y="3035230"/>
            <a:ext cx="1133663" cy="2733870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2671DC3-2487-BAD3-2A7D-C3B13EB6DA4E}"/>
              </a:ext>
            </a:extLst>
          </p:cNvPr>
          <p:cNvSpPr/>
          <p:nvPr/>
        </p:nvSpPr>
        <p:spPr>
          <a:xfrm>
            <a:off x="9043412" y="576910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F972ACD-C17E-388F-7FC7-FF4DF98DBB0F}"/>
              </a:ext>
            </a:extLst>
          </p:cNvPr>
          <p:cNvSpPr/>
          <p:nvPr/>
        </p:nvSpPr>
        <p:spPr>
          <a:xfrm>
            <a:off x="9119612" y="5845300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6A3E62-3680-5930-2D22-20BFC2E6B5BE}"/>
              </a:ext>
            </a:extLst>
          </p:cNvPr>
          <p:cNvSpPr txBox="1"/>
          <p:nvPr/>
        </p:nvSpPr>
        <p:spPr>
          <a:xfrm>
            <a:off x="9264152" y="5828489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AF035B-7452-C75B-B92E-0709CB70A17C}"/>
              </a:ext>
            </a:extLst>
          </p:cNvPr>
          <p:cNvSpPr txBox="1"/>
          <p:nvPr/>
        </p:nvSpPr>
        <p:spPr>
          <a:xfrm>
            <a:off x="300445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1/1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DBD71-A9A9-FD01-A9F2-C7CC922370D1}"/>
              </a:ext>
            </a:extLst>
          </p:cNvPr>
          <p:cNvSpPr txBox="1"/>
          <p:nvPr/>
        </p:nvSpPr>
        <p:spPr>
          <a:xfrm>
            <a:off x="657107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A80D0B-19C9-8CD2-6ABC-EF2B918D6596}"/>
              </a:ext>
            </a:extLst>
          </p:cNvPr>
          <p:cNvSpPr txBox="1"/>
          <p:nvPr/>
        </p:nvSpPr>
        <p:spPr>
          <a:xfrm>
            <a:off x="10280872" y="24218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7811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6DCE-0975-2F79-4D3E-14E7D0D7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(6/11)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1E660C-53E8-C843-A7F3-6A177722E1A4}"/>
              </a:ext>
            </a:extLst>
          </p:cNvPr>
          <p:cNvSpPr/>
          <p:nvPr/>
        </p:nvSpPr>
        <p:spPr>
          <a:xfrm>
            <a:off x="5667258" y="72502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/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96CEFEC-547E-EF49-7617-76A4307AEBB4}"/>
              </a:ext>
            </a:extLst>
          </p:cNvPr>
          <p:cNvSpPr/>
          <p:nvPr/>
        </p:nvSpPr>
        <p:spPr>
          <a:xfrm>
            <a:off x="2116083" y="2241916"/>
            <a:ext cx="811764" cy="76511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2BCDEB-3FF5-2025-3E0F-49EC9414B8B1}"/>
              </a:ext>
            </a:extLst>
          </p:cNvPr>
          <p:cNvSpPr/>
          <p:nvPr/>
        </p:nvSpPr>
        <p:spPr>
          <a:xfrm>
            <a:off x="5646853" y="223030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50D99-2452-EC01-BF7D-0E1F0D3A743D}"/>
              </a:ext>
            </a:extLst>
          </p:cNvPr>
          <p:cNvSpPr/>
          <p:nvPr/>
        </p:nvSpPr>
        <p:spPr>
          <a:xfrm>
            <a:off x="9366630" y="227012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58554E-DF4B-02C8-9C05-062612FF712C}"/>
              </a:ext>
            </a:extLst>
          </p:cNvPr>
          <p:cNvCxnSpPr>
            <a:cxnSpLocks/>
            <a:stCxn id="4" idx="2"/>
            <a:endCxn id="8" idx="7"/>
          </p:cNvCxnSpPr>
          <p:nvPr/>
        </p:nvCxnSpPr>
        <p:spPr>
          <a:xfrm flipH="1">
            <a:off x="2808967" y="1107584"/>
            <a:ext cx="2858291" cy="12463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514FE1-1CC8-684D-4822-5E35BE6B7D51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052735" y="1490139"/>
            <a:ext cx="20405" cy="7401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C538BF-676C-2868-78B9-E73F2CC64DDD}"/>
              </a:ext>
            </a:extLst>
          </p:cNvPr>
          <p:cNvCxnSpPr>
            <a:cxnSpLocks/>
            <a:stCxn id="4" idx="6"/>
            <a:endCxn id="10" idx="1"/>
          </p:cNvCxnSpPr>
          <p:nvPr/>
        </p:nvCxnSpPr>
        <p:spPr>
          <a:xfrm>
            <a:off x="6479022" y="1107584"/>
            <a:ext cx="3006488" cy="127458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/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/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/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4AF035B-7452-C75B-B92E-0709CB70A17C}"/>
              </a:ext>
            </a:extLst>
          </p:cNvPr>
          <p:cNvSpPr txBox="1"/>
          <p:nvPr/>
        </p:nvSpPr>
        <p:spPr>
          <a:xfrm>
            <a:off x="300445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1/1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DBD71-A9A9-FD01-A9F2-C7CC922370D1}"/>
              </a:ext>
            </a:extLst>
          </p:cNvPr>
          <p:cNvSpPr txBox="1"/>
          <p:nvPr/>
        </p:nvSpPr>
        <p:spPr>
          <a:xfrm>
            <a:off x="657107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A80D0B-19C9-8CD2-6ABC-EF2B918D6596}"/>
              </a:ext>
            </a:extLst>
          </p:cNvPr>
          <p:cNvSpPr txBox="1"/>
          <p:nvPr/>
        </p:nvSpPr>
        <p:spPr>
          <a:xfrm>
            <a:off x="10280872" y="24218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8306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6DCE-0975-2F79-4D3E-14E7D0D7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(7/11)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1E660C-53E8-C843-A7F3-6A177722E1A4}"/>
              </a:ext>
            </a:extLst>
          </p:cNvPr>
          <p:cNvSpPr/>
          <p:nvPr/>
        </p:nvSpPr>
        <p:spPr>
          <a:xfrm>
            <a:off x="5667258" y="72502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/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96CEFEC-547E-EF49-7617-76A4307AEBB4}"/>
              </a:ext>
            </a:extLst>
          </p:cNvPr>
          <p:cNvSpPr/>
          <p:nvPr/>
        </p:nvSpPr>
        <p:spPr>
          <a:xfrm>
            <a:off x="2116083" y="224191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2BCDEB-3FF5-2025-3E0F-49EC9414B8B1}"/>
              </a:ext>
            </a:extLst>
          </p:cNvPr>
          <p:cNvSpPr/>
          <p:nvPr/>
        </p:nvSpPr>
        <p:spPr>
          <a:xfrm>
            <a:off x="5646853" y="223030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50D99-2452-EC01-BF7D-0E1F0D3A743D}"/>
              </a:ext>
            </a:extLst>
          </p:cNvPr>
          <p:cNvSpPr/>
          <p:nvPr/>
        </p:nvSpPr>
        <p:spPr>
          <a:xfrm>
            <a:off x="9366630" y="227012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58554E-DF4B-02C8-9C05-062612FF712C}"/>
              </a:ext>
            </a:extLst>
          </p:cNvPr>
          <p:cNvCxnSpPr>
            <a:cxnSpLocks/>
            <a:stCxn id="4" idx="2"/>
            <a:endCxn id="8" idx="7"/>
          </p:cNvCxnSpPr>
          <p:nvPr/>
        </p:nvCxnSpPr>
        <p:spPr>
          <a:xfrm flipH="1">
            <a:off x="2808967" y="1107584"/>
            <a:ext cx="2858291" cy="12463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514FE1-1CC8-684D-4822-5E35BE6B7D51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052735" y="1490139"/>
            <a:ext cx="20405" cy="7401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C538BF-676C-2868-78B9-E73F2CC64DDD}"/>
              </a:ext>
            </a:extLst>
          </p:cNvPr>
          <p:cNvCxnSpPr>
            <a:cxnSpLocks/>
            <a:stCxn id="4" idx="6"/>
            <a:endCxn id="10" idx="1"/>
          </p:cNvCxnSpPr>
          <p:nvPr/>
        </p:nvCxnSpPr>
        <p:spPr>
          <a:xfrm>
            <a:off x="6479022" y="1107584"/>
            <a:ext cx="3006488" cy="127458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/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/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/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4AF035B-7452-C75B-B92E-0709CB70A17C}"/>
              </a:ext>
            </a:extLst>
          </p:cNvPr>
          <p:cNvSpPr txBox="1"/>
          <p:nvPr/>
        </p:nvSpPr>
        <p:spPr>
          <a:xfrm>
            <a:off x="300445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1/1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DBD71-A9A9-FD01-A9F2-C7CC922370D1}"/>
              </a:ext>
            </a:extLst>
          </p:cNvPr>
          <p:cNvSpPr txBox="1"/>
          <p:nvPr/>
        </p:nvSpPr>
        <p:spPr>
          <a:xfrm>
            <a:off x="657107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A80D0B-19C9-8CD2-6ABC-EF2B918D6596}"/>
              </a:ext>
            </a:extLst>
          </p:cNvPr>
          <p:cNvSpPr txBox="1"/>
          <p:nvPr/>
        </p:nvSpPr>
        <p:spPr>
          <a:xfrm>
            <a:off x="10280872" y="24218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43F08D-EC09-E1E2-F615-1195B521DFF7}"/>
              </a:ext>
            </a:extLst>
          </p:cNvPr>
          <p:cNvSpPr/>
          <p:nvPr/>
        </p:nvSpPr>
        <p:spPr>
          <a:xfrm>
            <a:off x="653875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E629CA4-6335-B28F-4EA4-6D43F778EDCF}"/>
              </a:ext>
            </a:extLst>
          </p:cNvPr>
          <p:cNvSpPr/>
          <p:nvPr/>
        </p:nvSpPr>
        <p:spPr>
          <a:xfrm>
            <a:off x="1908841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D56B10-E865-36AE-8FC1-4F6EA9D7EBD7}"/>
              </a:ext>
            </a:extLst>
          </p:cNvPr>
          <p:cNvSpPr/>
          <p:nvPr/>
        </p:nvSpPr>
        <p:spPr>
          <a:xfrm>
            <a:off x="3163807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88BC71D-C5F9-06CA-E4A8-D38B9D00EBAC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flipH="1">
            <a:off x="1059757" y="2624471"/>
            <a:ext cx="1056326" cy="149701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36B6AD-EF6B-EC42-EC2F-023F48F1FD59}"/>
              </a:ext>
            </a:extLst>
          </p:cNvPr>
          <p:cNvCxnSpPr>
            <a:cxnSpLocks/>
            <a:stCxn id="8" idx="4"/>
            <a:endCxn id="30" idx="0"/>
          </p:cNvCxnSpPr>
          <p:nvPr/>
        </p:nvCxnSpPr>
        <p:spPr>
          <a:xfrm flipH="1">
            <a:off x="2314723" y="3007026"/>
            <a:ext cx="207242" cy="111445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E3E2F88-4C9B-5B9F-E6A0-C223B923FBBC}"/>
              </a:ext>
            </a:extLst>
          </p:cNvPr>
          <p:cNvCxnSpPr>
            <a:cxnSpLocks/>
            <a:stCxn id="8" idx="6"/>
            <a:endCxn id="31" idx="0"/>
          </p:cNvCxnSpPr>
          <p:nvPr/>
        </p:nvCxnSpPr>
        <p:spPr>
          <a:xfrm>
            <a:off x="2927847" y="2624471"/>
            <a:ext cx="641842" cy="149701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576877-8B53-5CC1-0527-9A91FBE9CCF3}"/>
                  </a:ext>
                </a:extLst>
              </p:cNvPr>
              <p:cNvSpPr txBox="1"/>
              <p:nvPr/>
            </p:nvSpPr>
            <p:spPr>
              <a:xfrm>
                <a:off x="793057" y="4125924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576877-8B53-5CC1-0527-9A91FBE9C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57" y="4125924"/>
                <a:ext cx="5334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DB2E77-D636-6492-0A99-129177F2A336}"/>
                  </a:ext>
                </a:extLst>
              </p:cNvPr>
              <p:cNvSpPr txBox="1"/>
              <p:nvPr/>
            </p:nvSpPr>
            <p:spPr>
              <a:xfrm>
                <a:off x="2048023" y="418449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DB2E77-D636-6492-0A99-129177F2A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023" y="4184492"/>
                <a:ext cx="5334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063342-4457-CCE4-E9FE-CE55E8CDBDCA}"/>
                  </a:ext>
                </a:extLst>
              </p:cNvPr>
              <p:cNvSpPr txBox="1"/>
              <p:nvPr/>
            </p:nvSpPr>
            <p:spPr>
              <a:xfrm>
                <a:off x="3312367" y="4184491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063342-4457-CCE4-E9FE-CE55E8CDB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367" y="4184491"/>
                <a:ext cx="533400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714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6DCE-0975-2F79-4D3E-14E7D0D7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(8/11)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1E660C-53E8-C843-A7F3-6A177722E1A4}"/>
              </a:ext>
            </a:extLst>
          </p:cNvPr>
          <p:cNvSpPr/>
          <p:nvPr/>
        </p:nvSpPr>
        <p:spPr>
          <a:xfrm>
            <a:off x="5667258" y="72502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/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96CEFEC-547E-EF49-7617-76A4307AEBB4}"/>
              </a:ext>
            </a:extLst>
          </p:cNvPr>
          <p:cNvSpPr/>
          <p:nvPr/>
        </p:nvSpPr>
        <p:spPr>
          <a:xfrm>
            <a:off x="2116083" y="224191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2BCDEB-3FF5-2025-3E0F-49EC9414B8B1}"/>
              </a:ext>
            </a:extLst>
          </p:cNvPr>
          <p:cNvSpPr/>
          <p:nvPr/>
        </p:nvSpPr>
        <p:spPr>
          <a:xfrm>
            <a:off x="5646853" y="223030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50D99-2452-EC01-BF7D-0E1F0D3A743D}"/>
              </a:ext>
            </a:extLst>
          </p:cNvPr>
          <p:cNvSpPr/>
          <p:nvPr/>
        </p:nvSpPr>
        <p:spPr>
          <a:xfrm>
            <a:off x="9366630" y="227012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58554E-DF4B-02C8-9C05-062612FF712C}"/>
              </a:ext>
            </a:extLst>
          </p:cNvPr>
          <p:cNvCxnSpPr>
            <a:cxnSpLocks/>
            <a:stCxn id="4" idx="2"/>
            <a:endCxn id="8" idx="7"/>
          </p:cNvCxnSpPr>
          <p:nvPr/>
        </p:nvCxnSpPr>
        <p:spPr>
          <a:xfrm flipH="1">
            <a:off x="2808967" y="1107584"/>
            <a:ext cx="2858291" cy="12463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514FE1-1CC8-684D-4822-5E35BE6B7D51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052735" y="1490139"/>
            <a:ext cx="20405" cy="7401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C538BF-676C-2868-78B9-E73F2CC64DDD}"/>
              </a:ext>
            </a:extLst>
          </p:cNvPr>
          <p:cNvCxnSpPr>
            <a:cxnSpLocks/>
            <a:stCxn id="4" idx="6"/>
            <a:endCxn id="10" idx="1"/>
          </p:cNvCxnSpPr>
          <p:nvPr/>
        </p:nvCxnSpPr>
        <p:spPr>
          <a:xfrm>
            <a:off x="6479022" y="1107584"/>
            <a:ext cx="3006488" cy="127458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/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/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/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4AF035B-7452-C75B-B92E-0709CB70A17C}"/>
              </a:ext>
            </a:extLst>
          </p:cNvPr>
          <p:cNvSpPr txBox="1"/>
          <p:nvPr/>
        </p:nvSpPr>
        <p:spPr>
          <a:xfrm>
            <a:off x="300445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1/1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DBD71-A9A9-FD01-A9F2-C7CC922370D1}"/>
              </a:ext>
            </a:extLst>
          </p:cNvPr>
          <p:cNvSpPr txBox="1"/>
          <p:nvPr/>
        </p:nvSpPr>
        <p:spPr>
          <a:xfrm>
            <a:off x="657107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A80D0B-19C9-8CD2-6ABC-EF2B918D6596}"/>
              </a:ext>
            </a:extLst>
          </p:cNvPr>
          <p:cNvSpPr txBox="1"/>
          <p:nvPr/>
        </p:nvSpPr>
        <p:spPr>
          <a:xfrm>
            <a:off x="10280872" y="24218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43F08D-EC09-E1E2-F615-1195B521DFF7}"/>
              </a:ext>
            </a:extLst>
          </p:cNvPr>
          <p:cNvSpPr/>
          <p:nvPr/>
        </p:nvSpPr>
        <p:spPr>
          <a:xfrm>
            <a:off x="653875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E629CA4-6335-B28F-4EA4-6D43F778EDCF}"/>
              </a:ext>
            </a:extLst>
          </p:cNvPr>
          <p:cNvSpPr/>
          <p:nvPr/>
        </p:nvSpPr>
        <p:spPr>
          <a:xfrm>
            <a:off x="1908841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D56B10-E865-36AE-8FC1-4F6EA9D7EBD7}"/>
              </a:ext>
            </a:extLst>
          </p:cNvPr>
          <p:cNvSpPr/>
          <p:nvPr/>
        </p:nvSpPr>
        <p:spPr>
          <a:xfrm>
            <a:off x="3163807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88BC71D-C5F9-06CA-E4A8-D38B9D00EBAC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flipH="1">
            <a:off x="1059757" y="2624471"/>
            <a:ext cx="1056326" cy="149701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36B6AD-EF6B-EC42-EC2F-023F48F1FD59}"/>
              </a:ext>
            </a:extLst>
          </p:cNvPr>
          <p:cNvCxnSpPr>
            <a:cxnSpLocks/>
            <a:stCxn id="8" idx="4"/>
            <a:endCxn id="30" idx="0"/>
          </p:cNvCxnSpPr>
          <p:nvPr/>
        </p:nvCxnSpPr>
        <p:spPr>
          <a:xfrm flipH="1">
            <a:off x="2314723" y="3007026"/>
            <a:ext cx="207242" cy="111445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E3E2F88-4C9B-5B9F-E6A0-C223B923FBBC}"/>
              </a:ext>
            </a:extLst>
          </p:cNvPr>
          <p:cNvCxnSpPr>
            <a:cxnSpLocks/>
            <a:stCxn id="8" idx="6"/>
            <a:endCxn id="31" idx="0"/>
          </p:cNvCxnSpPr>
          <p:nvPr/>
        </p:nvCxnSpPr>
        <p:spPr>
          <a:xfrm>
            <a:off x="2927847" y="2624471"/>
            <a:ext cx="641842" cy="149701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576877-8B53-5CC1-0527-9A91FBE9CCF3}"/>
                  </a:ext>
                </a:extLst>
              </p:cNvPr>
              <p:cNvSpPr txBox="1"/>
              <p:nvPr/>
            </p:nvSpPr>
            <p:spPr>
              <a:xfrm>
                <a:off x="793057" y="4125924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576877-8B53-5CC1-0527-9A91FBE9C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57" y="4125924"/>
                <a:ext cx="5334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DB2E77-D636-6492-0A99-129177F2A336}"/>
                  </a:ext>
                </a:extLst>
              </p:cNvPr>
              <p:cNvSpPr txBox="1"/>
              <p:nvPr/>
            </p:nvSpPr>
            <p:spPr>
              <a:xfrm>
                <a:off x="2048023" y="418449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DB2E77-D636-6492-0A99-129177F2A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023" y="4184492"/>
                <a:ext cx="5334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063342-4457-CCE4-E9FE-CE55E8CDBDCA}"/>
                  </a:ext>
                </a:extLst>
              </p:cNvPr>
              <p:cNvSpPr txBox="1"/>
              <p:nvPr/>
            </p:nvSpPr>
            <p:spPr>
              <a:xfrm>
                <a:off x="3312367" y="4184491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063342-4457-CCE4-E9FE-CE55E8CDB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367" y="4184491"/>
                <a:ext cx="533400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9806E23-C9C2-5BE6-85B8-F4C00A786F39}"/>
              </a:ext>
            </a:extLst>
          </p:cNvPr>
          <p:cNvSpPr/>
          <p:nvPr/>
        </p:nvSpPr>
        <p:spPr>
          <a:xfrm>
            <a:off x="653058" y="4886592"/>
            <a:ext cx="1133663" cy="1206297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0EA8FAF-9011-E497-A701-3AEF27366F47}"/>
              </a:ext>
            </a:extLst>
          </p:cNvPr>
          <p:cNvSpPr/>
          <p:nvPr/>
        </p:nvSpPr>
        <p:spPr>
          <a:xfrm>
            <a:off x="432318" y="609289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4E77460-0473-4753-D2F1-5A6E704ACAE0}"/>
              </a:ext>
            </a:extLst>
          </p:cNvPr>
          <p:cNvSpPr/>
          <p:nvPr/>
        </p:nvSpPr>
        <p:spPr>
          <a:xfrm>
            <a:off x="508518" y="6169090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E09AA0-A750-277D-6A42-6BC8706AC4AA}"/>
              </a:ext>
            </a:extLst>
          </p:cNvPr>
          <p:cNvSpPr txBox="1"/>
          <p:nvPr/>
        </p:nvSpPr>
        <p:spPr>
          <a:xfrm>
            <a:off x="570872" y="6152279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</a:rPr>
              <a:t>W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14F53F3-559B-2414-FF12-16BC150A3C16}"/>
              </a:ext>
            </a:extLst>
          </p:cNvPr>
          <p:cNvSpPr/>
          <p:nvPr/>
        </p:nvSpPr>
        <p:spPr>
          <a:xfrm>
            <a:off x="1908841" y="4886592"/>
            <a:ext cx="1133663" cy="1206297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CD918E-9851-02D5-42A7-A28930D79DFD}"/>
              </a:ext>
            </a:extLst>
          </p:cNvPr>
          <p:cNvSpPr/>
          <p:nvPr/>
        </p:nvSpPr>
        <p:spPr>
          <a:xfrm>
            <a:off x="1688101" y="609289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654F7D-1545-A7D1-9306-C426FADF24F4}"/>
              </a:ext>
            </a:extLst>
          </p:cNvPr>
          <p:cNvSpPr/>
          <p:nvPr/>
        </p:nvSpPr>
        <p:spPr>
          <a:xfrm>
            <a:off x="1764301" y="6169090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23ACC46-3542-63AE-4465-F0DE84D11CB0}"/>
              </a:ext>
            </a:extLst>
          </p:cNvPr>
          <p:cNvSpPr/>
          <p:nvPr/>
        </p:nvSpPr>
        <p:spPr>
          <a:xfrm>
            <a:off x="3163807" y="4886591"/>
            <a:ext cx="1133663" cy="1206297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88F3B75-FB14-00BC-6BF0-C036618389FD}"/>
              </a:ext>
            </a:extLst>
          </p:cNvPr>
          <p:cNvSpPr/>
          <p:nvPr/>
        </p:nvSpPr>
        <p:spPr>
          <a:xfrm>
            <a:off x="2943067" y="609288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55275C7-F4DD-AEBD-3CAF-89EB0ECA69E2}"/>
              </a:ext>
            </a:extLst>
          </p:cNvPr>
          <p:cNvSpPr/>
          <p:nvPr/>
        </p:nvSpPr>
        <p:spPr>
          <a:xfrm>
            <a:off x="3019267" y="6169089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096603-0A4A-8BBF-C812-065D3B6D9428}"/>
              </a:ext>
            </a:extLst>
          </p:cNvPr>
          <p:cNvSpPr txBox="1"/>
          <p:nvPr/>
        </p:nvSpPr>
        <p:spPr>
          <a:xfrm>
            <a:off x="1919482" y="6151599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90342A-FEA1-99A2-E598-93EECF007BA4}"/>
              </a:ext>
            </a:extLst>
          </p:cNvPr>
          <p:cNvSpPr txBox="1"/>
          <p:nvPr/>
        </p:nvSpPr>
        <p:spPr>
          <a:xfrm>
            <a:off x="3182075" y="6122758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519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6DCE-0975-2F79-4D3E-14E7D0D7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(9/11)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1E660C-53E8-C843-A7F3-6A177722E1A4}"/>
              </a:ext>
            </a:extLst>
          </p:cNvPr>
          <p:cNvSpPr/>
          <p:nvPr/>
        </p:nvSpPr>
        <p:spPr>
          <a:xfrm>
            <a:off x="5667258" y="72502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/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96CEFEC-547E-EF49-7617-76A4307AEBB4}"/>
              </a:ext>
            </a:extLst>
          </p:cNvPr>
          <p:cNvSpPr/>
          <p:nvPr/>
        </p:nvSpPr>
        <p:spPr>
          <a:xfrm>
            <a:off x="2116083" y="224191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2BCDEB-3FF5-2025-3E0F-49EC9414B8B1}"/>
              </a:ext>
            </a:extLst>
          </p:cNvPr>
          <p:cNvSpPr/>
          <p:nvPr/>
        </p:nvSpPr>
        <p:spPr>
          <a:xfrm>
            <a:off x="5646853" y="223030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50D99-2452-EC01-BF7D-0E1F0D3A743D}"/>
              </a:ext>
            </a:extLst>
          </p:cNvPr>
          <p:cNvSpPr/>
          <p:nvPr/>
        </p:nvSpPr>
        <p:spPr>
          <a:xfrm>
            <a:off x="9366630" y="227012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58554E-DF4B-02C8-9C05-062612FF712C}"/>
              </a:ext>
            </a:extLst>
          </p:cNvPr>
          <p:cNvCxnSpPr>
            <a:cxnSpLocks/>
            <a:stCxn id="4" idx="2"/>
            <a:endCxn id="8" idx="7"/>
          </p:cNvCxnSpPr>
          <p:nvPr/>
        </p:nvCxnSpPr>
        <p:spPr>
          <a:xfrm flipH="1">
            <a:off x="2808967" y="1107584"/>
            <a:ext cx="2858291" cy="12463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514FE1-1CC8-684D-4822-5E35BE6B7D51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052735" y="1490139"/>
            <a:ext cx="20405" cy="7401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C538BF-676C-2868-78B9-E73F2CC64DDD}"/>
              </a:ext>
            </a:extLst>
          </p:cNvPr>
          <p:cNvCxnSpPr>
            <a:cxnSpLocks/>
            <a:stCxn id="4" idx="6"/>
            <a:endCxn id="10" idx="1"/>
          </p:cNvCxnSpPr>
          <p:nvPr/>
        </p:nvCxnSpPr>
        <p:spPr>
          <a:xfrm>
            <a:off x="6479022" y="1107584"/>
            <a:ext cx="3006488" cy="127458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/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/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/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4AF035B-7452-C75B-B92E-0709CB70A17C}"/>
              </a:ext>
            </a:extLst>
          </p:cNvPr>
          <p:cNvSpPr txBox="1"/>
          <p:nvPr/>
        </p:nvSpPr>
        <p:spPr>
          <a:xfrm>
            <a:off x="300445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2/4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DBD71-A9A9-FD01-A9F2-C7CC922370D1}"/>
              </a:ext>
            </a:extLst>
          </p:cNvPr>
          <p:cNvSpPr txBox="1"/>
          <p:nvPr/>
        </p:nvSpPr>
        <p:spPr>
          <a:xfrm>
            <a:off x="657107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A80D0B-19C9-8CD2-6ABC-EF2B918D6596}"/>
              </a:ext>
            </a:extLst>
          </p:cNvPr>
          <p:cNvSpPr txBox="1"/>
          <p:nvPr/>
        </p:nvSpPr>
        <p:spPr>
          <a:xfrm>
            <a:off x="10280872" y="24218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43F08D-EC09-E1E2-F615-1195B521DFF7}"/>
              </a:ext>
            </a:extLst>
          </p:cNvPr>
          <p:cNvSpPr/>
          <p:nvPr/>
        </p:nvSpPr>
        <p:spPr>
          <a:xfrm>
            <a:off x="653875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E629CA4-6335-B28F-4EA4-6D43F778EDCF}"/>
              </a:ext>
            </a:extLst>
          </p:cNvPr>
          <p:cNvSpPr/>
          <p:nvPr/>
        </p:nvSpPr>
        <p:spPr>
          <a:xfrm>
            <a:off x="1908841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D56B10-E865-36AE-8FC1-4F6EA9D7EBD7}"/>
              </a:ext>
            </a:extLst>
          </p:cNvPr>
          <p:cNvSpPr/>
          <p:nvPr/>
        </p:nvSpPr>
        <p:spPr>
          <a:xfrm>
            <a:off x="3163807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88BC71D-C5F9-06CA-E4A8-D38B9D00EBAC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flipH="1">
            <a:off x="1059757" y="2624471"/>
            <a:ext cx="1056326" cy="149701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36B6AD-EF6B-EC42-EC2F-023F48F1FD59}"/>
              </a:ext>
            </a:extLst>
          </p:cNvPr>
          <p:cNvCxnSpPr>
            <a:cxnSpLocks/>
            <a:stCxn id="8" idx="4"/>
            <a:endCxn id="30" idx="0"/>
          </p:cNvCxnSpPr>
          <p:nvPr/>
        </p:nvCxnSpPr>
        <p:spPr>
          <a:xfrm flipH="1">
            <a:off x="2314723" y="3007026"/>
            <a:ext cx="207242" cy="111445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E3E2F88-4C9B-5B9F-E6A0-C223B923FBBC}"/>
              </a:ext>
            </a:extLst>
          </p:cNvPr>
          <p:cNvCxnSpPr>
            <a:cxnSpLocks/>
            <a:stCxn id="8" idx="6"/>
            <a:endCxn id="31" idx="0"/>
          </p:cNvCxnSpPr>
          <p:nvPr/>
        </p:nvCxnSpPr>
        <p:spPr>
          <a:xfrm>
            <a:off x="2927847" y="2624471"/>
            <a:ext cx="641842" cy="149701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576877-8B53-5CC1-0527-9A91FBE9CCF3}"/>
                  </a:ext>
                </a:extLst>
              </p:cNvPr>
              <p:cNvSpPr txBox="1"/>
              <p:nvPr/>
            </p:nvSpPr>
            <p:spPr>
              <a:xfrm>
                <a:off x="793057" y="4125924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576877-8B53-5CC1-0527-9A91FBE9C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57" y="4125924"/>
                <a:ext cx="5334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DB2E77-D636-6492-0A99-129177F2A336}"/>
                  </a:ext>
                </a:extLst>
              </p:cNvPr>
              <p:cNvSpPr txBox="1"/>
              <p:nvPr/>
            </p:nvSpPr>
            <p:spPr>
              <a:xfrm>
                <a:off x="2048023" y="418449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DB2E77-D636-6492-0A99-129177F2A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023" y="4184492"/>
                <a:ext cx="5334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063342-4457-CCE4-E9FE-CE55E8CDBDCA}"/>
                  </a:ext>
                </a:extLst>
              </p:cNvPr>
              <p:cNvSpPr txBox="1"/>
              <p:nvPr/>
            </p:nvSpPr>
            <p:spPr>
              <a:xfrm>
                <a:off x="3312367" y="4184491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063342-4457-CCE4-E9FE-CE55E8CDB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367" y="4184491"/>
                <a:ext cx="533400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9806E23-C9C2-5BE6-85B8-F4C00A786F39}"/>
              </a:ext>
            </a:extLst>
          </p:cNvPr>
          <p:cNvSpPr/>
          <p:nvPr/>
        </p:nvSpPr>
        <p:spPr>
          <a:xfrm>
            <a:off x="653058" y="4886592"/>
            <a:ext cx="1133663" cy="1206297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0EA8FAF-9011-E497-A701-3AEF27366F47}"/>
              </a:ext>
            </a:extLst>
          </p:cNvPr>
          <p:cNvSpPr/>
          <p:nvPr/>
        </p:nvSpPr>
        <p:spPr>
          <a:xfrm>
            <a:off x="432318" y="609289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4E77460-0473-4753-D2F1-5A6E704ACAE0}"/>
              </a:ext>
            </a:extLst>
          </p:cNvPr>
          <p:cNvSpPr/>
          <p:nvPr/>
        </p:nvSpPr>
        <p:spPr>
          <a:xfrm>
            <a:off x="508518" y="6169090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E09AA0-A750-277D-6A42-6BC8706AC4AA}"/>
              </a:ext>
            </a:extLst>
          </p:cNvPr>
          <p:cNvSpPr txBox="1"/>
          <p:nvPr/>
        </p:nvSpPr>
        <p:spPr>
          <a:xfrm>
            <a:off x="570872" y="6152279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</a:rPr>
              <a:t>W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14F53F3-559B-2414-FF12-16BC150A3C16}"/>
              </a:ext>
            </a:extLst>
          </p:cNvPr>
          <p:cNvSpPr/>
          <p:nvPr/>
        </p:nvSpPr>
        <p:spPr>
          <a:xfrm>
            <a:off x="1908841" y="4886592"/>
            <a:ext cx="1133663" cy="1206297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CD918E-9851-02D5-42A7-A28930D79DFD}"/>
              </a:ext>
            </a:extLst>
          </p:cNvPr>
          <p:cNvSpPr/>
          <p:nvPr/>
        </p:nvSpPr>
        <p:spPr>
          <a:xfrm>
            <a:off x="1688101" y="609289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654F7D-1545-A7D1-9306-C426FADF24F4}"/>
              </a:ext>
            </a:extLst>
          </p:cNvPr>
          <p:cNvSpPr/>
          <p:nvPr/>
        </p:nvSpPr>
        <p:spPr>
          <a:xfrm>
            <a:off x="1764301" y="6169090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23ACC46-3542-63AE-4465-F0DE84D11CB0}"/>
              </a:ext>
            </a:extLst>
          </p:cNvPr>
          <p:cNvSpPr/>
          <p:nvPr/>
        </p:nvSpPr>
        <p:spPr>
          <a:xfrm>
            <a:off x="3163807" y="4886591"/>
            <a:ext cx="1133663" cy="1206297"/>
          </a:xfrm>
          <a:custGeom>
            <a:avLst/>
            <a:gdLst>
              <a:gd name="connsiteX0" fmla="*/ 482213 w 1133663"/>
              <a:gd name="connsiteY0" fmla="*/ 0 h 2733870"/>
              <a:gd name="connsiteX1" fmla="*/ 211625 w 1133663"/>
              <a:gd name="connsiteY1" fmla="*/ 251927 h 2733870"/>
              <a:gd name="connsiteX2" fmla="*/ 650164 w 1133663"/>
              <a:gd name="connsiteY2" fmla="*/ 541176 h 2733870"/>
              <a:gd name="connsiteX3" fmla="*/ 6352 w 1133663"/>
              <a:gd name="connsiteY3" fmla="*/ 1175658 h 2733870"/>
              <a:gd name="connsiteX4" fmla="*/ 1126025 w 1133663"/>
              <a:gd name="connsiteY4" fmla="*/ 1847462 h 2733870"/>
              <a:gd name="connsiteX5" fmla="*/ 500874 w 1133663"/>
              <a:gd name="connsiteY5" fmla="*/ 1866123 h 2733870"/>
              <a:gd name="connsiteX6" fmla="*/ 538197 w 1133663"/>
              <a:gd name="connsiteY6" fmla="*/ 2407298 h 2733870"/>
              <a:gd name="connsiteX7" fmla="*/ 211625 w 1133663"/>
              <a:gd name="connsiteY7" fmla="*/ 2733870 h 273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663" h="2733870">
                <a:moveTo>
                  <a:pt x="482213" y="0"/>
                </a:moveTo>
                <a:cubicBezTo>
                  <a:pt x="332923" y="80865"/>
                  <a:pt x="183633" y="161731"/>
                  <a:pt x="211625" y="251927"/>
                </a:cubicBezTo>
                <a:cubicBezTo>
                  <a:pt x="239617" y="342123"/>
                  <a:pt x="684376" y="387221"/>
                  <a:pt x="650164" y="541176"/>
                </a:cubicBezTo>
                <a:cubicBezTo>
                  <a:pt x="615952" y="695131"/>
                  <a:pt x="-72958" y="957944"/>
                  <a:pt x="6352" y="1175658"/>
                </a:cubicBezTo>
                <a:cubicBezTo>
                  <a:pt x="85662" y="1393372"/>
                  <a:pt x="1043605" y="1732385"/>
                  <a:pt x="1126025" y="1847462"/>
                </a:cubicBezTo>
                <a:cubicBezTo>
                  <a:pt x="1208445" y="1962539"/>
                  <a:pt x="598845" y="1772817"/>
                  <a:pt x="500874" y="1866123"/>
                </a:cubicBezTo>
                <a:cubicBezTo>
                  <a:pt x="402903" y="1959429"/>
                  <a:pt x="586405" y="2262674"/>
                  <a:pt x="538197" y="2407298"/>
                </a:cubicBezTo>
                <a:cubicBezTo>
                  <a:pt x="489989" y="2551922"/>
                  <a:pt x="350807" y="2642896"/>
                  <a:pt x="211625" y="273387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88F3B75-FB14-00BC-6BF0-C036618389FD}"/>
              </a:ext>
            </a:extLst>
          </p:cNvPr>
          <p:cNvSpPr/>
          <p:nvPr/>
        </p:nvSpPr>
        <p:spPr>
          <a:xfrm>
            <a:off x="2943067" y="609288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55275C7-F4DD-AEBD-3CAF-89EB0ECA69E2}"/>
              </a:ext>
            </a:extLst>
          </p:cNvPr>
          <p:cNvSpPr/>
          <p:nvPr/>
        </p:nvSpPr>
        <p:spPr>
          <a:xfrm>
            <a:off x="3019267" y="6169089"/>
            <a:ext cx="659364" cy="6127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096603-0A4A-8BBF-C812-065D3B6D9428}"/>
              </a:ext>
            </a:extLst>
          </p:cNvPr>
          <p:cNvSpPr txBox="1"/>
          <p:nvPr/>
        </p:nvSpPr>
        <p:spPr>
          <a:xfrm>
            <a:off x="1919482" y="6151599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90342A-FEA1-99A2-E598-93EECF007BA4}"/>
              </a:ext>
            </a:extLst>
          </p:cNvPr>
          <p:cNvSpPr txBox="1"/>
          <p:nvPr/>
        </p:nvSpPr>
        <p:spPr>
          <a:xfrm>
            <a:off x="3182075" y="6122758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01AC64-9A0B-9B36-7D43-04362BD57CE3}"/>
              </a:ext>
            </a:extLst>
          </p:cNvPr>
          <p:cNvSpPr txBox="1"/>
          <p:nvPr/>
        </p:nvSpPr>
        <p:spPr>
          <a:xfrm>
            <a:off x="1393688" y="4273204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1/1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BF9819-EDA9-BB25-5A23-8C0E96E246B6}"/>
              </a:ext>
            </a:extLst>
          </p:cNvPr>
          <p:cNvSpPr txBox="1"/>
          <p:nvPr/>
        </p:nvSpPr>
        <p:spPr>
          <a:xfrm>
            <a:off x="2648654" y="427320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B98311-EE07-48D7-7912-7196E84482BD}"/>
              </a:ext>
            </a:extLst>
          </p:cNvPr>
          <p:cNvSpPr txBox="1"/>
          <p:nvPr/>
        </p:nvSpPr>
        <p:spPr>
          <a:xfrm>
            <a:off x="3994327" y="4246045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3486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6DCE-0975-2F79-4D3E-14E7D0D7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(10/11)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1E660C-53E8-C843-A7F3-6A177722E1A4}"/>
              </a:ext>
            </a:extLst>
          </p:cNvPr>
          <p:cNvSpPr/>
          <p:nvPr/>
        </p:nvSpPr>
        <p:spPr>
          <a:xfrm>
            <a:off x="5667258" y="72502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/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96CEFEC-547E-EF49-7617-76A4307AEBB4}"/>
              </a:ext>
            </a:extLst>
          </p:cNvPr>
          <p:cNvSpPr/>
          <p:nvPr/>
        </p:nvSpPr>
        <p:spPr>
          <a:xfrm>
            <a:off x="2116083" y="224191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2BCDEB-3FF5-2025-3E0F-49EC9414B8B1}"/>
              </a:ext>
            </a:extLst>
          </p:cNvPr>
          <p:cNvSpPr/>
          <p:nvPr/>
        </p:nvSpPr>
        <p:spPr>
          <a:xfrm>
            <a:off x="5646853" y="223030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50D99-2452-EC01-BF7D-0E1F0D3A743D}"/>
              </a:ext>
            </a:extLst>
          </p:cNvPr>
          <p:cNvSpPr/>
          <p:nvPr/>
        </p:nvSpPr>
        <p:spPr>
          <a:xfrm>
            <a:off x="9366630" y="227012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58554E-DF4B-02C8-9C05-062612FF712C}"/>
              </a:ext>
            </a:extLst>
          </p:cNvPr>
          <p:cNvCxnSpPr>
            <a:cxnSpLocks/>
            <a:stCxn id="4" idx="2"/>
            <a:endCxn id="8" idx="7"/>
          </p:cNvCxnSpPr>
          <p:nvPr/>
        </p:nvCxnSpPr>
        <p:spPr>
          <a:xfrm flipH="1">
            <a:off x="2808967" y="1107584"/>
            <a:ext cx="2858291" cy="12463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514FE1-1CC8-684D-4822-5E35BE6B7D51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052735" y="1490139"/>
            <a:ext cx="20405" cy="7401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C538BF-676C-2868-78B9-E73F2CC64DDD}"/>
              </a:ext>
            </a:extLst>
          </p:cNvPr>
          <p:cNvCxnSpPr>
            <a:cxnSpLocks/>
            <a:stCxn id="4" idx="6"/>
            <a:endCxn id="10" idx="1"/>
          </p:cNvCxnSpPr>
          <p:nvPr/>
        </p:nvCxnSpPr>
        <p:spPr>
          <a:xfrm>
            <a:off x="6479022" y="1107584"/>
            <a:ext cx="3006488" cy="127458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/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/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/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4AF035B-7452-C75B-B92E-0709CB70A17C}"/>
              </a:ext>
            </a:extLst>
          </p:cNvPr>
          <p:cNvSpPr txBox="1"/>
          <p:nvPr/>
        </p:nvSpPr>
        <p:spPr>
          <a:xfrm>
            <a:off x="300445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4/7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DBD71-A9A9-FD01-A9F2-C7CC922370D1}"/>
              </a:ext>
            </a:extLst>
          </p:cNvPr>
          <p:cNvSpPr txBox="1"/>
          <p:nvPr/>
        </p:nvSpPr>
        <p:spPr>
          <a:xfrm>
            <a:off x="657107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0/2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A80D0B-19C9-8CD2-6ABC-EF2B918D6596}"/>
              </a:ext>
            </a:extLst>
          </p:cNvPr>
          <p:cNvSpPr txBox="1"/>
          <p:nvPr/>
        </p:nvSpPr>
        <p:spPr>
          <a:xfrm>
            <a:off x="10280872" y="24218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1/3</a:t>
            </a:r>
            <a:endParaRPr lang="en-US" sz="24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43F08D-EC09-E1E2-F615-1195B521DFF7}"/>
              </a:ext>
            </a:extLst>
          </p:cNvPr>
          <p:cNvSpPr/>
          <p:nvPr/>
        </p:nvSpPr>
        <p:spPr>
          <a:xfrm>
            <a:off x="653875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E629CA4-6335-B28F-4EA4-6D43F778EDCF}"/>
              </a:ext>
            </a:extLst>
          </p:cNvPr>
          <p:cNvSpPr/>
          <p:nvPr/>
        </p:nvSpPr>
        <p:spPr>
          <a:xfrm>
            <a:off x="1908841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D56B10-E865-36AE-8FC1-4F6EA9D7EBD7}"/>
              </a:ext>
            </a:extLst>
          </p:cNvPr>
          <p:cNvSpPr/>
          <p:nvPr/>
        </p:nvSpPr>
        <p:spPr>
          <a:xfrm>
            <a:off x="3588707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88BC71D-C5F9-06CA-E4A8-D38B9D00EBAC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flipH="1">
            <a:off x="1059757" y="2624471"/>
            <a:ext cx="1056326" cy="149701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36B6AD-EF6B-EC42-EC2F-023F48F1FD59}"/>
              </a:ext>
            </a:extLst>
          </p:cNvPr>
          <p:cNvCxnSpPr>
            <a:cxnSpLocks/>
            <a:stCxn id="8" idx="4"/>
            <a:endCxn id="30" idx="0"/>
          </p:cNvCxnSpPr>
          <p:nvPr/>
        </p:nvCxnSpPr>
        <p:spPr>
          <a:xfrm flipH="1">
            <a:off x="2314723" y="3007026"/>
            <a:ext cx="207242" cy="111445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E3E2F88-4C9B-5B9F-E6A0-C223B923FBBC}"/>
              </a:ext>
            </a:extLst>
          </p:cNvPr>
          <p:cNvCxnSpPr>
            <a:cxnSpLocks/>
            <a:stCxn id="8" idx="6"/>
            <a:endCxn id="31" idx="0"/>
          </p:cNvCxnSpPr>
          <p:nvPr/>
        </p:nvCxnSpPr>
        <p:spPr>
          <a:xfrm>
            <a:off x="2927847" y="2624471"/>
            <a:ext cx="1066742" cy="149701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576877-8B53-5CC1-0527-9A91FBE9CCF3}"/>
                  </a:ext>
                </a:extLst>
              </p:cNvPr>
              <p:cNvSpPr txBox="1"/>
              <p:nvPr/>
            </p:nvSpPr>
            <p:spPr>
              <a:xfrm>
                <a:off x="793057" y="4125924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576877-8B53-5CC1-0527-9A91FBE9C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57" y="4125924"/>
                <a:ext cx="5334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DB2E77-D636-6492-0A99-129177F2A336}"/>
                  </a:ext>
                </a:extLst>
              </p:cNvPr>
              <p:cNvSpPr txBox="1"/>
              <p:nvPr/>
            </p:nvSpPr>
            <p:spPr>
              <a:xfrm>
                <a:off x="2048023" y="418449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DB2E77-D636-6492-0A99-129177F2A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023" y="4184492"/>
                <a:ext cx="5334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063342-4457-CCE4-E9FE-CE55E8CDBDCA}"/>
                  </a:ext>
                </a:extLst>
              </p:cNvPr>
              <p:cNvSpPr txBox="1"/>
              <p:nvPr/>
            </p:nvSpPr>
            <p:spPr>
              <a:xfrm>
                <a:off x="3737267" y="4184491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063342-4457-CCE4-E9FE-CE55E8CDB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267" y="4184491"/>
                <a:ext cx="533400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601AC64-9A0B-9B36-7D43-04362BD57CE3}"/>
              </a:ext>
            </a:extLst>
          </p:cNvPr>
          <p:cNvSpPr txBox="1"/>
          <p:nvPr/>
        </p:nvSpPr>
        <p:spPr>
          <a:xfrm>
            <a:off x="1393688" y="4273204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1/2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BF9819-EDA9-BB25-5A23-8C0E96E246B6}"/>
              </a:ext>
            </a:extLst>
          </p:cNvPr>
          <p:cNvSpPr txBox="1"/>
          <p:nvPr/>
        </p:nvSpPr>
        <p:spPr>
          <a:xfrm>
            <a:off x="2815543" y="4264010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2/3</a:t>
            </a:r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B98311-EE07-48D7-7912-7196E84482BD}"/>
              </a:ext>
            </a:extLst>
          </p:cNvPr>
          <p:cNvSpPr txBox="1"/>
          <p:nvPr/>
        </p:nvSpPr>
        <p:spPr>
          <a:xfrm>
            <a:off x="4419227" y="4246045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FC8AA4-234D-076A-D5B9-31737E5C7B7F}"/>
              </a:ext>
            </a:extLst>
          </p:cNvPr>
          <p:cNvSpPr/>
          <p:nvPr/>
        </p:nvSpPr>
        <p:spPr>
          <a:xfrm>
            <a:off x="54233" y="5904528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4082115-24D1-8A0D-5474-4FB713400424}"/>
              </a:ext>
            </a:extLst>
          </p:cNvPr>
          <p:cNvCxnSpPr>
            <a:cxnSpLocks/>
            <a:stCxn id="22" idx="2"/>
            <a:endCxn id="29" idx="0"/>
          </p:cNvCxnSpPr>
          <p:nvPr/>
        </p:nvCxnSpPr>
        <p:spPr>
          <a:xfrm flipH="1">
            <a:off x="460115" y="4504037"/>
            <a:ext cx="193760" cy="140049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A33A1C2-FD24-B57D-7B4E-AC31E73CBF90}"/>
                  </a:ext>
                </a:extLst>
              </p:cNvPr>
              <p:cNvSpPr txBox="1"/>
              <p:nvPr/>
            </p:nvSpPr>
            <p:spPr>
              <a:xfrm>
                <a:off x="193415" y="5908970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A33A1C2-FD24-B57D-7B4E-AC31E73CB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15" y="5908970"/>
                <a:ext cx="533400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4EE2A063-D463-344D-851E-45F86B9D9DEF}"/>
              </a:ext>
            </a:extLst>
          </p:cNvPr>
          <p:cNvSpPr txBox="1"/>
          <p:nvPr/>
        </p:nvSpPr>
        <p:spPr>
          <a:xfrm>
            <a:off x="794046" y="6056250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20CC6D4-2A23-9D4A-B716-8C6C61A2824D}"/>
              </a:ext>
            </a:extLst>
          </p:cNvPr>
          <p:cNvSpPr/>
          <p:nvPr/>
        </p:nvSpPr>
        <p:spPr>
          <a:xfrm>
            <a:off x="5646853" y="395976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C06898C-5B79-2EA7-B549-EDA426633EB9}"/>
              </a:ext>
            </a:extLst>
          </p:cNvPr>
          <p:cNvCxnSpPr>
            <a:cxnSpLocks/>
            <a:stCxn id="9" idx="4"/>
            <a:endCxn id="40" idx="0"/>
          </p:cNvCxnSpPr>
          <p:nvPr/>
        </p:nvCxnSpPr>
        <p:spPr>
          <a:xfrm>
            <a:off x="6052735" y="2995413"/>
            <a:ext cx="0" cy="96434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3FDC28-BEF2-00BC-4B87-F8C2444F47C2}"/>
                  </a:ext>
                </a:extLst>
              </p:cNvPr>
              <p:cNvSpPr txBox="1"/>
              <p:nvPr/>
            </p:nvSpPr>
            <p:spPr>
              <a:xfrm>
                <a:off x="5815455" y="4024811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3FDC28-BEF2-00BC-4B87-F8C2444F4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455" y="4024811"/>
                <a:ext cx="533400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2A8A6BDC-A0E5-9135-B7FC-146B8E33BFA4}"/>
              </a:ext>
            </a:extLst>
          </p:cNvPr>
          <p:cNvSpPr txBox="1"/>
          <p:nvPr/>
        </p:nvSpPr>
        <p:spPr>
          <a:xfrm>
            <a:off x="6571077" y="4211402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32DD4EA-EF7A-0376-676D-EC06FB19D2DD}"/>
              </a:ext>
            </a:extLst>
          </p:cNvPr>
          <p:cNvSpPr/>
          <p:nvPr/>
        </p:nvSpPr>
        <p:spPr>
          <a:xfrm>
            <a:off x="10275777" y="400415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4444388-1C8F-64F4-B8F8-51D9E1B57635}"/>
              </a:ext>
            </a:extLst>
          </p:cNvPr>
          <p:cNvCxnSpPr>
            <a:cxnSpLocks/>
            <a:stCxn id="10" idx="6"/>
            <a:endCxn id="53" idx="0"/>
          </p:cNvCxnSpPr>
          <p:nvPr/>
        </p:nvCxnSpPr>
        <p:spPr>
          <a:xfrm>
            <a:off x="10178394" y="2652675"/>
            <a:ext cx="503265" cy="13514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726F116-2EDF-9C52-4BA9-6A873E4CE676}"/>
                  </a:ext>
                </a:extLst>
              </p:cNvPr>
              <p:cNvSpPr txBox="1"/>
              <p:nvPr/>
            </p:nvSpPr>
            <p:spPr>
              <a:xfrm>
                <a:off x="10444379" y="4069205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726F116-2EDF-9C52-4BA9-6A873E4CE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4379" y="4069205"/>
                <a:ext cx="533400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7B131C19-133D-440B-D56D-E01097F5C6A7}"/>
              </a:ext>
            </a:extLst>
          </p:cNvPr>
          <p:cNvSpPr txBox="1"/>
          <p:nvPr/>
        </p:nvSpPr>
        <p:spPr>
          <a:xfrm>
            <a:off x="11200001" y="4255796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5F109A2-7FC8-8F62-4312-B975F3BB47E4}"/>
              </a:ext>
            </a:extLst>
          </p:cNvPr>
          <p:cNvSpPr/>
          <p:nvPr/>
        </p:nvSpPr>
        <p:spPr>
          <a:xfrm>
            <a:off x="8100479" y="414635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D46221E-B13A-76EC-025F-CB3B3069257C}"/>
              </a:ext>
            </a:extLst>
          </p:cNvPr>
          <p:cNvCxnSpPr>
            <a:cxnSpLocks/>
            <a:stCxn id="10" idx="2"/>
            <a:endCxn id="57" idx="0"/>
          </p:cNvCxnSpPr>
          <p:nvPr/>
        </p:nvCxnSpPr>
        <p:spPr>
          <a:xfrm flipH="1">
            <a:off x="8506361" y="2652675"/>
            <a:ext cx="860269" cy="149367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9E48608-3C83-C176-E89D-726A1495E16E}"/>
                  </a:ext>
                </a:extLst>
              </p:cNvPr>
              <p:cNvSpPr txBox="1"/>
              <p:nvPr/>
            </p:nvSpPr>
            <p:spPr>
              <a:xfrm>
                <a:off x="8269081" y="421140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9E48608-3C83-C176-E89D-726A1495E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081" y="4211402"/>
                <a:ext cx="533400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79B55CC8-6D09-6452-E676-D237522230E2}"/>
              </a:ext>
            </a:extLst>
          </p:cNvPr>
          <p:cNvSpPr txBox="1"/>
          <p:nvPr/>
        </p:nvSpPr>
        <p:spPr>
          <a:xfrm>
            <a:off x="9024703" y="439799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1/1</a:t>
            </a:r>
            <a:endParaRPr lang="en-US" sz="24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AC24E0C-D14E-D292-FAAF-43001E533D79}"/>
              </a:ext>
            </a:extLst>
          </p:cNvPr>
          <p:cNvSpPr/>
          <p:nvPr/>
        </p:nvSpPr>
        <p:spPr>
          <a:xfrm>
            <a:off x="1884743" y="603544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E26E809-E02F-7B9B-8409-D51CC702CB80}"/>
              </a:ext>
            </a:extLst>
          </p:cNvPr>
          <p:cNvCxnSpPr>
            <a:cxnSpLocks/>
            <a:stCxn id="30" idx="4"/>
            <a:endCxn id="64" idx="0"/>
          </p:cNvCxnSpPr>
          <p:nvPr/>
        </p:nvCxnSpPr>
        <p:spPr>
          <a:xfrm flipH="1">
            <a:off x="2290625" y="4886592"/>
            <a:ext cx="24098" cy="114885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7835604-7505-4B46-6447-037821F06CE2}"/>
                  </a:ext>
                </a:extLst>
              </p:cNvPr>
              <p:cNvSpPr txBox="1"/>
              <p:nvPr/>
            </p:nvSpPr>
            <p:spPr>
              <a:xfrm>
                <a:off x="1988565" y="6125610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7835604-7505-4B46-6447-037821F06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565" y="6125610"/>
                <a:ext cx="533400" cy="584775"/>
              </a:xfrm>
              <a:prstGeom prst="rect">
                <a:avLst/>
              </a:prstGeom>
              <a:blipFill>
                <a:blip r:embed="rId14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F7EF5A34-E3E6-1DC1-338E-7F53C690ADF0}"/>
              </a:ext>
            </a:extLst>
          </p:cNvPr>
          <p:cNvSpPr txBox="1"/>
          <p:nvPr/>
        </p:nvSpPr>
        <p:spPr>
          <a:xfrm>
            <a:off x="2808967" y="628708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1/1</a:t>
            </a:r>
            <a:endParaRPr lang="en-US" sz="24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24B84E8-F437-2696-4121-A71B4BC77311}"/>
              </a:ext>
            </a:extLst>
          </p:cNvPr>
          <p:cNvSpPr/>
          <p:nvPr/>
        </p:nvSpPr>
        <p:spPr>
          <a:xfrm>
            <a:off x="3616199" y="5918117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08C0E17-168E-1162-5792-F94767A76B14}"/>
              </a:ext>
            </a:extLst>
          </p:cNvPr>
          <p:cNvCxnSpPr>
            <a:cxnSpLocks/>
            <a:stCxn id="30" idx="6"/>
            <a:endCxn id="73" idx="0"/>
          </p:cNvCxnSpPr>
          <p:nvPr/>
        </p:nvCxnSpPr>
        <p:spPr>
          <a:xfrm>
            <a:off x="2720605" y="4504037"/>
            <a:ext cx="1301476" cy="141408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2E59EAB-72D7-9036-54E7-33CAEB9A17F9}"/>
                  </a:ext>
                </a:extLst>
              </p:cNvPr>
              <p:cNvSpPr txBox="1"/>
              <p:nvPr/>
            </p:nvSpPr>
            <p:spPr>
              <a:xfrm>
                <a:off x="3720021" y="6008284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2E59EAB-72D7-9036-54E7-33CAEB9A1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021" y="6008284"/>
                <a:ext cx="533400" cy="584775"/>
              </a:xfrm>
              <a:prstGeom prst="rect">
                <a:avLst/>
              </a:prstGeom>
              <a:blipFill>
                <a:blip r:embed="rId15"/>
                <a:stretch>
                  <a:fillRect r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B657E525-82DF-82AD-9C29-17C5844091AE}"/>
              </a:ext>
            </a:extLst>
          </p:cNvPr>
          <p:cNvSpPr txBox="1"/>
          <p:nvPr/>
        </p:nvSpPr>
        <p:spPr>
          <a:xfrm>
            <a:off x="4540423" y="6169757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92453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6DCE-0975-2F79-4D3E-14E7D0D7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(11/11)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1E660C-53E8-C843-A7F3-6A177722E1A4}"/>
              </a:ext>
            </a:extLst>
          </p:cNvPr>
          <p:cNvSpPr/>
          <p:nvPr/>
        </p:nvSpPr>
        <p:spPr>
          <a:xfrm>
            <a:off x="5667258" y="725029"/>
            <a:ext cx="811764" cy="76511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/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EB28DB-6437-3A50-70F1-7740959F1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725029"/>
                <a:ext cx="533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96CEFEC-547E-EF49-7617-76A4307AEBB4}"/>
              </a:ext>
            </a:extLst>
          </p:cNvPr>
          <p:cNvSpPr/>
          <p:nvPr/>
        </p:nvSpPr>
        <p:spPr>
          <a:xfrm>
            <a:off x="2116083" y="2241916"/>
            <a:ext cx="811764" cy="76511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2BCDEB-3FF5-2025-3E0F-49EC9414B8B1}"/>
              </a:ext>
            </a:extLst>
          </p:cNvPr>
          <p:cNvSpPr/>
          <p:nvPr/>
        </p:nvSpPr>
        <p:spPr>
          <a:xfrm>
            <a:off x="5646853" y="223030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50D99-2452-EC01-BF7D-0E1F0D3A743D}"/>
              </a:ext>
            </a:extLst>
          </p:cNvPr>
          <p:cNvSpPr/>
          <p:nvPr/>
        </p:nvSpPr>
        <p:spPr>
          <a:xfrm>
            <a:off x="9366630" y="227012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58554E-DF4B-02C8-9C05-062612FF712C}"/>
              </a:ext>
            </a:extLst>
          </p:cNvPr>
          <p:cNvCxnSpPr>
            <a:cxnSpLocks/>
            <a:stCxn id="4" idx="2"/>
            <a:endCxn id="8" idx="7"/>
          </p:cNvCxnSpPr>
          <p:nvPr/>
        </p:nvCxnSpPr>
        <p:spPr>
          <a:xfrm flipH="1">
            <a:off x="2808967" y="1107584"/>
            <a:ext cx="2858291" cy="124638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514FE1-1CC8-684D-4822-5E35BE6B7D51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6052735" y="1490139"/>
            <a:ext cx="20405" cy="7401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C538BF-676C-2868-78B9-E73F2CC64DDD}"/>
              </a:ext>
            </a:extLst>
          </p:cNvPr>
          <p:cNvCxnSpPr>
            <a:cxnSpLocks/>
            <a:stCxn id="4" idx="6"/>
            <a:endCxn id="10" idx="1"/>
          </p:cNvCxnSpPr>
          <p:nvPr/>
        </p:nvCxnSpPr>
        <p:spPr>
          <a:xfrm>
            <a:off x="6479022" y="1107584"/>
            <a:ext cx="3006488" cy="127458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/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3533FC-E74F-688A-EA0A-EC899B180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23" y="2295353"/>
                <a:ext cx="5334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/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45E6E-541C-9E45-BB5B-477149FF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455" y="2295352"/>
                <a:ext cx="5334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/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EA6DD3-2ECD-FC4A-8C23-161436DC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428" y="2332083"/>
                <a:ext cx="5334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4AF035B-7452-C75B-B92E-0709CB70A17C}"/>
              </a:ext>
            </a:extLst>
          </p:cNvPr>
          <p:cNvSpPr txBox="1"/>
          <p:nvPr/>
        </p:nvSpPr>
        <p:spPr>
          <a:xfrm>
            <a:off x="300445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4/7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DBD71-A9A9-FD01-A9F2-C7CC922370D1}"/>
              </a:ext>
            </a:extLst>
          </p:cNvPr>
          <p:cNvSpPr txBox="1"/>
          <p:nvPr/>
        </p:nvSpPr>
        <p:spPr>
          <a:xfrm>
            <a:off x="6571077" y="24819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0/2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A80D0B-19C9-8CD2-6ABC-EF2B918D6596}"/>
              </a:ext>
            </a:extLst>
          </p:cNvPr>
          <p:cNvSpPr txBox="1"/>
          <p:nvPr/>
        </p:nvSpPr>
        <p:spPr>
          <a:xfrm>
            <a:off x="10280872" y="242184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1/3</a:t>
            </a:r>
            <a:endParaRPr lang="en-US" sz="24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43F08D-EC09-E1E2-F615-1195B521DFF7}"/>
              </a:ext>
            </a:extLst>
          </p:cNvPr>
          <p:cNvSpPr/>
          <p:nvPr/>
        </p:nvSpPr>
        <p:spPr>
          <a:xfrm>
            <a:off x="653875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E629CA4-6335-B28F-4EA4-6D43F778EDCF}"/>
              </a:ext>
            </a:extLst>
          </p:cNvPr>
          <p:cNvSpPr/>
          <p:nvPr/>
        </p:nvSpPr>
        <p:spPr>
          <a:xfrm>
            <a:off x="1908841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D56B10-E865-36AE-8FC1-4F6EA9D7EBD7}"/>
              </a:ext>
            </a:extLst>
          </p:cNvPr>
          <p:cNvSpPr/>
          <p:nvPr/>
        </p:nvSpPr>
        <p:spPr>
          <a:xfrm>
            <a:off x="3588707" y="412148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88BC71D-C5F9-06CA-E4A8-D38B9D00EBAC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flipH="1">
            <a:off x="1059757" y="2624471"/>
            <a:ext cx="1056326" cy="149701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36B6AD-EF6B-EC42-EC2F-023F48F1FD59}"/>
              </a:ext>
            </a:extLst>
          </p:cNvPr>
          <p:cNvCxnSpPr>
            <a:cxnSpLocks/>
            <a:stCxn id="8" idx="4"/>
            <a:endCxn id="30" idx="0"/>
          </p:cNvCxnSpPr>
          <p:nvPr/>
        </p:nvCxnSpPr>
        <p:spPr>
          <a:xfrm flipH="1">
            <a:off x="2314723" y="3007026"/>
            <a:ext cx="207242" cy="111445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E3E2F88-4C9B-5B9F-E6A0-C223B923FBBC}"/>
              </a:ext>
            </a:extLst>
          </p:cNvPr>
          <p:cNvCxnSpPr>
            <a:cxnSpLocks/>
            <a:stCxn id="8" idx="6"/>
            <a:endCxn id="31" idx="0"/>
          </p:cNvCxnSpPr>
          <p:nvPr/>
        </p:nvCxnSpPr>
        <p:spPr>
          <a:xfrm>
            <a:off x="2927847" y="2624471"/>
            <a:ext cx="1066742" cy="149701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576877-8B53-5CC1-0527-9A91FBE9CCF3}"/>
                  </a:ext>
                </a:extLst>
              </p:cNvPr>
              <p:cNvSpPr txBox="1"/>
              <p:nvPr/>
            </p:nvSpPr>
            <p:spPr>
              <a:xfrm>
                <a:off x="793057" y="4125924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576877-8B53-5CC1-0527-9A91FBE9C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57" y="4125924"/>
                <a:ext cx="5334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DB2E77-D636-6492-0A99-129177F2A336}"/>
                  </a:ext>
                </a:extLst>
              </p:cNvPr>
              <p:cNvSpPr txBox="1"/>
              <p:nvPr/>
            </p:nvSpPr>
            <p:spPr>
              <a:xfrm>
                <a:off x="2048023" y="418449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DB2E77-D636-6492-0A99-129177F2A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023" y="4184492"/>
                <a:ext cx="5334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063342-4457-CCE4-E9FE-CE55E8CDBDCA}"/>
                  </a:ext>
                </a:extLst>
              </p:cNvPr>
              <p:cNvSpPr txBox="1"/>
              <p:nvPr/>
            </p:nvSpPr>
            <p:spPr>
              <a:xfrm>
                <a:off x="3737267" y="4184491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063342-4457-CCE4-E9FE-CE55E8CDB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267" y="4184491"/>
                <a:ext cx="533400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601AC64-9A0B-9B36-7D43-04362BD57CE3}"/>
              </a:ext>
            </a:extLst>
          </p:cNvPr>
          <p:cNvSpPr txBox="1"/>
          <p:nvPr/>
        </p:nvSpPr>
        <p:spPr>
          <a:xfrm>
            <a:off x="1393688" y="4273204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1/2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BF9819-EDA9-BB25-5A23-8C0E96E246B6}"/>
              </a:ext>
            </a:extLst>
          </p:cNvPr>
          <p:cNvSpPr txBox="1"/>
          <p:nvPr/>
        </p:nvSpPr>
        <p:spPr>
          <a:xfrm>
            <a:off x="2815543" y="4264010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2/3</a:t>
            </a:r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B98311-EE07-48D7-7912-7196E84482BD}"/>
              </a:ext>
            </a:extLst>
          </p:cNvPr>
          <p:cNvSpPr txBox="1"/>
          <p:nvPr/>
        </p:nvSpPr>
        <p:spPr>
          <a:xfrm>
            <a:off x="4419227" y="4246045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FC8AA4-234D-076A-D5B9-31737E5C7B7F}"/>
              </a:ext>
            </a:extLst>
          </p:cNvPr>
          <p:cNvSpPr/>
          <p:nvPr/>
        </p:nvSpPr>
        <p:spPr>
          <a:xfrm>
            <a:off x="54233" y="5904528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4082115-24D1-8A0D-5474-4FB713400424}"/>
              </a:ext>
            </a:extLst>
          </p:cNvPr>
          <p:cNvCxnSpPr>
            <a:cxnSpLocks/>
            <a:stCxn id="22" idx="2"/>
            <a:endCxn id="29" idx="0"/>
          </p:cNvCxnSpPr>
          <p:nvPr/>
        </p:nvCxnSpPr>
        <p:spPr>
          <a:xfrm flipH="1">
            <a:off x="460115" y="4504037"/>
            <a:ext cx="193760" cy="140049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A33A1C2-FD24-B57D-7B4E-AC31E73CBF90}"/>
                  </a:ext>
                </a:extLst>
              </p:cNvPr>
              <p:cNvSpPr txBox="1"/>
              <p:nvPr/>
            </p:nvSpPr>
            <p:spPr>
              <a:xfrm>
                <a:off x="193415" y="5908970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A33A1C2-FD24-B57D-7B4E-AC31E73CB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15" y="5908970"/>
                <a:ext cx="533400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4EE2A063-D463-344D-851E-45F86B9D9DEF}"/>
              </a:ext>
            </a:extLst>
          </p:cNvPr>
          <p:cNvSpPr txBox="1"/>
          <p:nvPr/>
        </p:nvSpPr>
        <p:spPr>
          <a:xfrm>
            <a:off x="794046" y="6056250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20CC6D4-2A23-9D4A-B716-8C6C61A2824D}"/>
              </a:ext>
            </a:extLst>
          </p:cNvPr>
          <p:cNvSpPr/>
          <p:nvPr/>
        </p:nvSpPr>
        <p:spPr>
          <a:xfrm>
            <a:off x="5646853" y="3959762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C06898C-5B79-2EA7-B549-EDA426633EB9}"/>
              </a:ext>
            </a:extLst>
          </p:cNvPr>
          <p:cNvCxnSpPr>
            <a:cxnSpLocks/>
            <a:stCxn id="9" idx="4"/>
            <a:endCxn id="40" idx="0"/>
          </p:cNvCxnSpPr>
          <p:nvPr/>
        </p:nvCxnSpPr>
        <p:spPr>
          <a:xfrm>
            <a:off x="6052735" y="2995413"/>
            <a:ext cx="0" cy="96434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3FDC28-BEF2-00BC-4B87-F8C2444F47C2}"/>
                  </a:ext>
                </a:extLst>
              </p:cNvPr>
              <p:cNvSpPr txBox="1"/>
              <p:nvPr/>
            </p:nvSpPr>
            <p:spPr>
              <a:xfrm>
                <a:off x="5815455" y="4024811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3FDC28-BEF2-00BC-4B87-F8C2444F4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455" y="4024811"/>
                <a:ext cx="533400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2A8A6BDC-A0E5-9135-B7FC-146B8E33BFA4}"/>
              </a:ext>
            </a:extLst>
          </p:cNvPr>
          <p:cNvSpPr txBox="1"/>
          <p:nvPr/>
        </p:nvSpPr>
        <p:spPr>
          <a:xfrm>
            <a:off x="6571077" y="4211402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32DD4EA-EF7A-0376-676D-EC06FB19D2DD}"/>
              </a:ext>
            </a:extLst>
          </p:cNvPr>
          <p:cNvSpPr/>
          <p:nvPr/>
        </p:nvSpPr>
        <p:spPr>
          <a:xfrm>
            <a:off x="10275777" y="400415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4444388-1C8F-64F4-B8F8-51D9E1B57635}"/>
              </a:ext>
            </a:extLst>
          </p:cNvPr>
          <p:cNvCxnSpPr>
            <a:cxnSpLocks/>
            <a:stCxn id="10" idx="6"/>
            <a:endCxn id="53" idx="0"/>
          </p:cNvCxnSpPr>
          <p:nvPr/>
        </p:nvCxnSpPr>
        <p:spPr>
          <a:xfrm>
            <a:off x="10178394" y="2652675"/>
            <a:ext cx="503265" cy="13514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726F116-2EDF-9C52-4BA9-6A873E4CE676}"/>
                  </a:ext>
                </a:extLst>
              </p:cNvPr>
              <p:cNvSpPr txBox="1"/>
              <p:nvPr/>
            </p:nvSpPr>
            <p:spPr>
              <a:xfrm>
                <a:off x="10444379" y="4069205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726F116-2EDF-9C52-4BA9-6A873E4CE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4379" y="4069205"/>
                <a:ext cx="533400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7B131C19-133D-440B-D56D-E01097F5C6A7}"/>
              </a:ext>
            </a:extLst>
          </p:cNvPr>
          <p:cNvSpPr txBox="1"/>
          <p:nvPr/>
        </p:nvSpPr>
        <p:spPr>
          <a:xfrm>
            <a:off x="11200001" y="4255796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0/1</a:t>
            </a:r>
            <a:endParaRPr lang="en-US" sz="24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5F109A2-7FC8-8F62-4312-B975F3BB47E4}"/>
              </a:ext>
            </a:extLst>
          </p:cNvPr>
          <p:cNvSpPr/>
          <p:nvPr/>
        </p:nvSpPr>
        <p:spPr>
          <a:xfrm>
            <a:off x="8100479" y="414635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D46221E-B13A-76EC-025F-CB3B3069257C}"/>
              </a:ext>
            </a:extLst>
          </p:cNvPr>
          <p:cNvCxnSpPr>
            <a:cxnSpLocks/>
            <a:stCxn id="10" idx="2"/>
            <a:endCxn id="57" idx="0"/>
          </p:cNvCxnSpPr>
          <p:nvPr/>
        </p:nvCxnSpPr>
        <p:spPr>
          <a:xfrm flipH="1">
            <a:off x="8506361" y="2652675"/>
            <a:ext cx="860269" cy="149367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9E48608-3C83-C176-E89D-726A1495E16E}"/>
                  </a:ext>
                </a:extLst>
              </p:cNvPr>
              <p:cNvSpPr txBox="1"/>
              <p:nvPr/>
            </p:nvSpPr>
            <p:spPr>
              <a:xfrm>
                <a:off x="8269081" y="4211402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9E48608-3C83-C176-E89D-726A1495E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081" y="4211402"/>
                <a:ext cx="533400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79B55CC8-6D09-6452-E676-D237522230E2}"/>
              </a:ext>
            </a:extLst>
          </p:cNvPr>
          <p:cNvSpPr txBox="1"/>
          <p:nvPr/>
        </p:nvSpPr>
        <p:spPr>
          <a:xfrm>
            <a:off x="9024703" y="439799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1/1</a:t>
            </a:r>
            <a:endParaRPr lang="en-US" sz="24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AC24E0C-D14E-D292-FAAF-43001E533D79}"/>
              </a:ext>
            </a:extLst>
          </p:cNvPr>
          <p:cNvSpPr/>
          <p:nvPr/>
        </p:nvSpPr>
        <p:spPr>
          <a:xfrm>
            <a:off x="1884743" y="6035443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E26E809-E02F-7B9B-8409-D51CC702CB80}"/>
              </a:ext>
            </a:extLst>
          </p:cNvPr>
          <p:cNvCxnSpPr>
            <a:cxnSpLocks/>
            <a:stCxn id="30" idx="4"/>
            <a:endCxn id="64" idx="0"/>
          </p:cNvCxnSpPr>
          <p:nvPr/>
        </p:nvCxnSpPr>
        <p:spPr>
          <a:xfrm flipH="1">
            <a:off x="2290625" y="4886592"/>
            <a:ext cx="24098" cy="114885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7835604-7505-4B46-6447-037821F06CE2}"/>
                  </a:ext>
                </a:extLst>
              </p:cNvPr>
              <p:cNvSpPr txBox="1"/>
              <p:nvPr/>
            </p:nvSpPr>
            <p:spPr>
              <a:xfrm>
                <a:off x="1988565" y="6125610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7835604-7505-4B46-6447-037821F06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565" y="6125610"/>
                <a:ext cx="533400" cy="584775"/>
              </a:xfrm>
              <a:prstGeom prst="rect">
                <a:avLst/>
              </a:prstGeom>
              <a:blipFill>
                <a:blip r:embed="rId14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F7EF5A34-E3E6-1DC1-338E-7F53C690ADF0}"/>
              </a:ext>
            </a:extLst>
          </p:cNvPr>
          <p:cNvSpPr txBox="1"/>
          <p:nvPr/>
        </p:nvSpPr>
        <p:spPr>
          <a:xfrm>
            <a:off x="2808967" y="6287083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1/1</a:t>
            </a:r>
            <a:endParaRPr lang="en-US" sz="24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24B84E8-F437-2696-4121-A71B4BC77311}"/>
              </a:ext>
            </a:extLst>
          </p:cNvPr>
          <p:cNvSpPr/>
          <p:nvPr/>
        </p:nvSpPr>
        <p:spPr>
          <a:xfrm>
            <a:off x="3616199" y="5918117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08C0E17-168E-1162-5792-F94767A76B14}"/>
              </a:ext>
            </a:extLst>
          </p:cNvPr>
          <p:cNvCxnSpPr>
            <a:cxnSpLocks/>
            <a:stCxn id="30" idx="6"/>
            <a:endCxn id="73" idx="0"/>
          </p:cNvCxnSpPr>
          <p:nvPr/>
        </p:nvCxnSpPr>
        <p:spPr>
          <a:xfrm>
            <a:off x="2720605" y="4504037"/>
            <a:ext cx="1301476" cy="141408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2E59EAB-72D7-9036-54E7-33CAEB9A17F9}"/>
                  </a:ext>
                </a:extLst>
              </p:cNvPr>
              <p:cNvSpPr txBox="1"/>
              <p:nvPr/>
            </p:nvSpPr>
            <p:spPr>
              <a:xfrm>
                <a:off x="3720021" y="6008284"/>
                <a:ext cx="533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2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3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2E59EAB-72D7-9036-54E7-33CAEB9A1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021" y="6008284"/>
                <a:ext cx="533400" cy="584775"/>
              </a:xfrm>
              <a:prstGeom prst="rect">
                <a:avLst/>
              </a:prstGeom>
              <a:blipFill>
                <a:blip r:embed="rId15"/>
                <a:stretch>
                  <a:fillRect r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B657E525-82DF-82AD-9C29-17C5844091AE}"/>
              </a:ext>
            </a:extLst>
          </p:cNvPr>
          <p:cNvSpPr txBox="1"/>
          <p:nvPr/>
        </p:nvSpPr>
        <p:spPr>
          <a:xfrm>
            <a:off x="4540423" y="6169757"/>
            <a:ext cx="6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1/1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18010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0BC59-F95C-0DFC-9ECD-FF25F8B3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</a:t>
            </a:r>
            <a:r>
              <a:rPr lang="en-US" dirty="0"/>
              <a:t>ock,</a:t>
            </a:r>
            <a:r>
              <a:rPr lang="en-US" b="1" dirty="0">
                <a:solidFill>
                  <a:srgbClr val="FF0000"/>
                </a:solidFill>
              </a:rPr>
              <a:t> P</a:t>
            </a:r>
            <a:r>
              <a:rPr lang="en-US" dirty="0"/>
              <a:t>aper,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cissors </a:t>
            </a:r>
          </a:p>
        </p:txBody>
      </p:sp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6F6FB7CD-7BA7-B1CD-E2FD-32D5941AA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" y="1412620"/>
            <a:ext cx="10012680" cy="526437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87D8FA8-F413-9AC2-A428-DD2B1B756968}"/>
              </a:ext>
            </a:extLst>
          </p:cNvPr>
          <p:cNvSpPr/>
          <p:nvPr/>
        </p:nvSpPr>
        <p:spPr>
          <a:xfrm rot="20106449">
            <a:off x="2420374" y="1689503"/>
            <a:ext cx="4908884" cy="1624706"/>
          </a:xfrm>
          <a:prstGeom prst="ellipse">
            <a:avLst/>
          </a:prstGeom>
          <a:noFill/>
          <a:ln w="762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01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C8BF649-81CA-40A0-A499-516406AEF4AF}"/>
              </a:ext>
            </a:extLst>
          </p:cNvPr>
          <p:cNvSpPr/>
          <p:nvPr/>
        </p:nvSpPr>
        <p:spPr>
          <a:xfrm>
            <a:off x="6208278" y="145909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CE1CA3-F750-BBF0-87F1-38F2E34FAAE4}"/>
              </a:ext>
            </a:extLst>
          </p:cNvPr>
          <p:cNvSpPr/>
          <p:nvPr/>
        </p:nvSpPr>
        <p:spPr>
          <a:xfrm>
            <a:off x="2050613" y="2161321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FAE878-A4A6-AD6C-6515-ED7C74EB5A70}"/>
              </a:ext>
            </a:extLst>
          </p:cNvPr>
          <p:cNvSpPr/>
          <p:nvPr/>
        </p:nvSpPr>
        <p:spPr>
          <a:xfrm>
            <a:off x="5581383" y="2149708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9714D6-0E8E-157E-F3E4-652A6A9AF558}"/>
              </a:ext>
            </a:extLst>
          </p:cNvPr>
          <p:cNvSpPr/>
          <p:nvPr/>
        </p:nvSpPr>
        <p:spPr>
          <a:xfrm>
            <a:off x="9301160" y="2189525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C5876E-3317-E839-D5D4-5D7A50B8E314}"/>
              </a:ext>
            </a:extLst>
          </p:cNvPr>
          <p:cNvSpPr/>
          <p:nvPr/>
        </p:nvSpPr>
        <p:spPr>
          <a:xfrm>
            <a:off x="-16117" y="3750636"/>
            <a:ext cx="811764" cy="76511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DA7A2E-B745-23DD-6F68-BF19F7EB0970}"/>
              </a:ext>
            </a:extLst>
          </p:cNvPr>
          <p:cNvSpPr/>
          <p:nvPr/>
        </p:nvSpPr>
        <p:spPr>
          <a:xfrm>
            <a:off x="1238849" y="375063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7A33A71-F16A-7389-5E5D-48CC1E823BE8}"/>
              </a:ext>
            </a:extLst>
          </p:cNvPr>
          <p:cNvSpPr/>
          <p:nvPr/>
        </p:nvSpPr>
        <p:spPr>
          <a:xfrm>
            <a:off x="2493815" y="3750636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67CC27-B05F-0A40-2F5F-F0C08ED758C5}"/>
              </a:ext>
            </a:extLst>
          </p:cNvPr>
          <p:cNvSpPr/>
          <p:nvPr/>
        </p:nvSpPr>
        <p:spPr>
          <a:xfrm>
            <a:off x="4341345" y="3804337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416EA7-99E7-DD3C-51D1-F9EAE65878D8}"/>
              </a:ext>
            </a:extLst>
          </p:cNvPr>
          <p:cNvSpPr/>
          <p:nvPr/>
        </p:nvSpPr>
        <p:spPr>
          <a:xfrm>
            <a:off x="5596311" y="3804337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8B06115-80CA-B656-831B-9FC84B44BB18}"/>
              </a:ext>
            </a:extLst>
          </p:cNvPr>
          <p:cNvSpPr/>
          <p:nvPr/>
        </p:nvSpPr>
        <p:spPr>
          <a:xfrm>
            <a:off x="6851277" y="3804337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2E8B29-EBC2-77CC-24B9-4A98D2F3CE67}"/>
              </a:ext>
            </a:extLst>
          </p:cNvPr>
          <p:cNvSpPr/>
          <p:nvPr/>
        </p:nvSpPr>
        <p:spPr>
          <a:xfrm>
            <a:off x="8918294" y="377884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A4EB37-22CC-25F1-9D65-9D14069A2DAE}"/>
              </a:ext>
            </a:extLst>
          </p:cNvPr>
          <p:cNvSpPr/>
          <p:nvPr/>
        </p:nvSpPr>
        <p:spPr>
          <a:xfrm>
            <a:off x="10173260" y="3778840"/>
            <a:ext cx="811764" cy="765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9D94345-77BE-57B4-7CFF-9FDDDF2174C0}"/>
              </a:ext>
            </a:extLst>
          </p:cNvPr>
          <p:cNvSpPr/>
          <p:nvPr/>
        </p:nvSpPr>
        <p:spPr>
          <a:xfrm>
            <a:off x="11428226" y="3778840"/>
            <a:ext cx="811764" cy="76511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E990ED-9A19-DCFA-BE6E-C24977AC09F5}"/>
              </a:ext>
            </a:extLst>
          </p:cNvPr>
          <p:cNvCxnSpPr>
            <a:cxnSpLocks/>
            <a:stCxn id="4" idx="2"/>
            <a:endCxn id="5" idx="7"/>
          </p:cNvCxnSpPr>
          <p:nvPr/>
        </p:nvCxnSpPr>
        <p:spPr>
          <a:xfrm flipH="1">
            <a:off x="2743497" y="528464"/>
            <a:ext cx="3464781" cy="174490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19360E-4881-926F-38CE-299F61DD18FC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5987265" y="911019"/>
            <a:ext cx="626895" cy="123868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6E91FA5-847A-15C8-DA1B-8FD40CD2A083}"/>
              </a:ext>
            </a:extLst>
          </p:cNvPr>
          <p:cNvCxnSpPr>
            <a:cxnSpLocks/>
            <a:stCxn id="4" idx="6"/>
            <a:endCxn id="7" idx="1"/>
          </p:cNvCxnSpPr>
          <p:nvPr/>
        </p:nvCxnSpPr>
        <p:spPr>
          <a:xfrm>
            <a:off x="7020042" y="528464"/>
            <a:ext cx="2399998" cy="177310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08A3F50-17AE-6B30-CDC4-EB0E7DEF365E}"/>
              </a:ext>
            </a:extLst>
          </p:cNvPr>
          <p:cNvSpPr txBox="1"/>
          <p:nvPr/>
        </p:nvSpPr>
        <p:spPr>
          <a:xfrm>
            <a:off x="2848311" y="1437878"/>
            <a:ext cx="568548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accent6"/>
                </a:solidFill>
              </a:rPr>
              <a:t>Win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CAE7CD-EA1D-640C-6F60-23155960992C}"/>
              </a:ext>
            </a:extLst>
          </p:cNvPr>
          <p:cNvSpPr txBox="1"/>
          <p:nvPr/>
        </p:nvSpPr>
        <p:spPr>
          <a:xfrm>
            <a:off x="5116064" y="1503247"/>
            <a:ext cx="81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Draw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B35430-9F88-D85C-F917-AF8B8D48F9EF}"/>
              </a:ext>
            </a:extLst>
          </p:cNvPr>
          <p:cNvSpPr txBox="1"/>
          <p:nvPr/>
        </p:nvSpPr>
        <p:spPr>
          <a:xfrm>
            <a:off x="8657966" y="1466082"/>
            <a:ext cx="762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7030A0"/>
                </a:solidFill>
              </a:rPr>
              <a:t>Loss</a:t>
            </a: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C6634BC-5D50-CDEA-C921-B29A16BEA30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89765" y="2543876"/>
            <a:ext cx="1660848" cy="120676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81ECB2D-32C6-B344-78BD-1CF11B2DF1FB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644731" y="2814383"/>
            <a:ext cx="524762" cy="93625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CB412AB-782D-9FAE-D886-58DC4D0E6EB8}"/>
              </a:ext>
            </a:extLst>
          </p:cNvPr>
          <p:cNvCxnSpPr>
            <a:cxnSpLocks/>
            <a:stCxn id="6" idx="4"/>
            <a:endCxn id="12" idx="0"/>
          </p:cNvCxnSpPr>
          <p:nvPr/>
        </p:nvCxnSpPr>
        <p:spPr>
          <a:xfrm>
            <a:off x="5987265" y="2914818"/>
            <a:ext cx="14928" cy="88951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5FF1ED-31DE-3C16-5D55-EEEF335668AD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9994044" y="2842587"/>
            <a:ext cx="575276" cy="903214"/>
          </a:xfrm>
          <a:prstGeom prst="straightConnector1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43E7E3C-7F39-FB3A-19F0-365B8F866FE2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4747227" y="2532263"/>
            <a:ext cx="834156" cy="127207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BB35521-32B3-1E84-8AE6-334C813A4A2F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9277933" y="2842587"/>
            <a:ext cx="142107" cy="93625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1008923-A443-A14F-6D5A-A0EEF086963C}"/>
              </a:ext>
            </a:extLst>
          </p:cNvPr>
          <p:cNvCxnSpPr>
            <a:cxnSpLocks/>
            <a:stCxn id="5" idx="5"/>
            <a:endCxn id="10" idx="0"/>
          </p:cNvCxnSpPr>
          <p:nvPr/>
        </p:nvCxnSpPr>
        <p:spPr>
          <a:xfrm>
            <a:off x="2743497" y="2814383"/>
            <a:ext cx="156200" cy="9362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4339A7B-4D5D-F178-C308-BE11F45245EC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6393147" y="2532263"/>
            <a:ext cx="794423" cy="118498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E59ECAA-A65F-10B6-BFF0-EC6177A6711D}"/>
              </a:ext>
            </a:extLst>
          </p:cNvPr>
          <p:cNvCxnSpPr>
            <a:cxnSpLocks/>
            <a:stCxn id="7" idx="6"/>
            <a:endCxn id="16" idx="0"/>
          </p:cNvCxnSpPr>
          <p:nvPr/>
        </p:nvCxnSpPr>
        <p:spPr>
          <a:xfrm>
            <a:off x="10112924" y="2572080"/>
            <a:ext cx="1721184" cy="120676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EE508A02-0ADE-2BD7-5F5A-8E07A9250683}"/>
              </a:ext>
            </a:extLst>
          </p:cNvPr>
          <p:cNvSpPr/>
          <p:nvPr/>
        </p:nvSpPr>
        <p:spPr>
          <a:xfrm>
            <a:off x="-412126" y="6058851"/>
            <a:ext cx="811764" cy="76511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0AF6606-E1DC-5EE0-6BAB-C47FD8E0A55E}"/>
              </a:ext>
            </a:extLst>
          </p:cNvPr>
          <p:cNvSpPr/>
          <p:nvPr/>
        </p:nvSpPr>
        <p:spPr>
          <a:xfrm>
            <a:off x="564154" y="6058851"/>
            <a:ext cx="811764" cy="76511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F7B18A7E-F03B-A87F-AB9A-AAF41A501F89}"/>
              </a:ext>
            </a:extLst>
          </p:cNvPr>
          <p:cNvCxnSpPr>
            <a:cxnSpLocks/>
            <a:stCxn id="9" idx="4"/>
            <a:endCxn id="111" idx="0"/>
          </p:cNvCxnSpPr>
          <p:nvPr/>
        </p:nvCxnSpPr>
        <p:spPr>
          <a:xfrm flipH="1">
            <a:off x="-6244" y="4515746"/>
            <a:ext cx="1650975" cy="15431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6EB44B28-ECA7-48BF-43E6-BF72D630C266}"/>
              </a:ext>
            </a:extLst>
          </p:cNvPr>
          <p:cNvCxnSpPr>
            <a:cxnSpLocks/>
            <a:stCxn id="9" idx="2"/>
            <a:endCxn id="111" idx="0"/>
          </p:cNvCxnSpPr>
          <p:nvPr/>
        </p:nvCxnSpPr>
        <p:spPr>
          <a:xfrm flipH="1">
            <a:off x="-6244" y="4133191"/>
            <a:ext cx="1245093" cy="192566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B6F3D000-9690-4E6D-8A97-D49465FD7C4D}"/>
              </a:ext>
            </a:extLst>
          </p:cNvPr>
          <p:cNvCxnSpPr>
            <a:cxnSpLocks/>
            <a:stCxn id="9" idx="6"/>
            <a:endCxn id="112" idx="0"/>
          </p:cNvCxnSpPr>
          <p:nvPr/>
        </p:nvCxnSpPr>
        <p:spPr>
          <a:xfrm flipH="1">
            <a:off x="970036" y="4133191"/>
            <a:ext cx="1080577" cy="192566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F319B94D-18CF-1EE2-3218-B54F404145AB}"/>
              </a:ext>
            </a:extLst>
          </p:cNvPr>
          <p:cNvCxnSpPr>
            <a:cxnSpLocks/>
            <a:stCxn id="10" idx="4"/>
            <a:endCxn id="213" idx="0"/>
          </p:cNvCxnSpPr>
          <p:nvPr/>
        </p:nvCxnSpPr>
        <p:spPr>
          <a:xfrm flipH="1">
            <a:off x="2875170" y="4515746"/>
            <a:ext cx="24527" cy="15431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642F329-E44C-F9C6-BEDB-ACE323593A3B}"/>
              </a:ext>
            </a:extLst>
          </p:cNvPr>
          <p:cNvCxnSpPr>
            <a:cxnSpLocks/>
            <a:stCxn id="10" idx="2"/>
            <a:endCxn id="212" idx="0"/>
          </p:cNvCxnSpPr>
          <p:nvPr/>
        </p:nvCxnSpPr>
        <p:spPr>
          <a:xfrm flipH="1">
            <a:off x="1898890" y="4133191"/>
            <a:ext cx="594925" cy="192566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281EF798-B65F-FA95-C15F-9970BEB8DE88}"/>
              </a:ext>
            </a:extLst>
          </p:cNvPr>
          <p:cNvCxnSpPr>
            <a:cxnSpLocks/>
            <a:stCxn id="10" idx="6"/>
            <a:endCxn id="213" idx="0"/>
          </p:cNvCxnSpPr>
          <p:nvPr/>
        </p:nvCxnSpPr>
        <p:spPr>
          <a:xfrm flipH="1">
            <a:off x="2875170" y="4133191"/>
            <a:ext cx="430409" cy="192566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D34BDBAE-665E-C8A8-E25F-88292D8E8B27}"/>
              </a:ext>
            </a:extLst>
          </p:cNvPr>
          <p:cNvCxnSpPr>
            <a:cxnSpLocks/>
            <a:stCxn id="11" idx="2"/>
            <a:endCxn id="214" idx="0"/>
          </p:cNvCxnSpPr>
          <p:nvPr/>
        </p:nvCxnSpPr>
        <p:spPr>
          <a:xfrm>
            <a:off x="4341345" y="4186892"/>
            <a:ext cx="237055" cy="190599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Oval 211">
            <a:extLst>
              <a:ext uri="{FF2B5EF4-FFF2-40B4-BE49-F238E27FC236}">
                <a16:creationId xmlns:a16="http://schemas.microsoft.com/office/drawing/2014/main" id="{7A357166-8AA4-DD6C-930A-29C83CF4AABE}"/>
              </a:ext>
            </a:extLst>
          </p:cNvPr>
          <p:cNvSpPr/>
          <p:nvPr/>
        </p:nvSpPr>
        <p:spPr>
          <a:xfrm>
            <a:off x="1493008" y="6058851"/>
            <a:ext cx="811764" cy="76511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80A223AF-0E35-27CC-286D-8EF312F96531}"/>
              </a:ext>
            </a:extLst>
          </p:cNvPr>
          <p:cNvSpPr/>
          <p:nvPr/>
        </p:nvSpPr>
        <p:spPr>
          <a:xfrm>
            <a:off x="2469288" y="6058851"/>
            <a:ext cx="811764" cy="76511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DC818B0C-1989-D08A-A0EA-E162D4C86CAC}"/>
              </a:ext>
            </a:extLst>
          </p:cNvPr>
          <p:cNvSpPr/>
          <p:nvPr/>
        </p:nvSpPr>
        <p:spPr>
          <a:xfrm>
            <a:off x="4172518" y="6092890"/>
            <a:ext cx="811764" cy="76511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6DD3B2A8-62B2-2B0A-5E1D-039D577917DC}"/>
              </a:ext>
            </a:extLst>
          </p:cNvPr>
          <p:cNvSpPr/>
          <p:nvPr/>
        </p:nvSpPr>
        <p:spPr>
          <a:xfrm>
            <a:off x="5148798" y="6092890"/>
            <a:ext cx="811764" cy="76511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40BFAD2D-1D79-6B26-A3D9-2F9AB95DE5C2}"/>
              </a:ext>
            </a:extLst>
          </p:cNvPr>
          <p:cNvSpPr/>
          <p:nvPr/>
        </p:nvSpPr>
        <p:spPr>
          <a:xfrm>
            <a:off x="6077652" y="6092890"/>
            <a:ext cx="811764" cy="76511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248544B3-8544-4A6C-8490-C22429DC41FC}"/>
              </a:ext>
            </a:extLst>
          </p:cNvPr>
          <p:cNvSpPr/>
          <p:nvPr/>
        </p:nvSpPr>
        <p:spPr>
          <a:xfrm>
            <a:off x="7053932" y="6092890"/>
            <a:ext cx="811764" cy="76511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152389A0-3066-588D-DE21-B47A436ACBE4}"/>
              </a:ext>
            </a:extLst>
          </p:cNvPr>
          <p:cNvSpPr/>
          <p:nvPr/>
        </p:nvSpPr>
        <p:spPr>
          <a:xfrm>
            <a:off x="8924204" y="6058851"/>
            <a:ext cx="811764" cy="76511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F973D2D4-A65F-6A38-2C99-67F0390D9A88}"/>
              </a:ext>
            </a:extLst>
          </p:cNvPr>
          <p:cNvSpPr/>
          <p:nvPr/>
        </p:nvSpPr>
        <p:spPr>
          <a:xfrm>
            <a:off x="9900484" y="6058851"/>
            <a:ext cx="811764" cy="76511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006B2FCD-55FE-F0C2-B700-EFF0E4210846}"/>
              </a:ext>
            </a:extLst>
          </p:cNvPr>
          <p:cNvSpPr/>
          <p:nvPr/>
        </p:nvSpPr>
        <p:spPr>
          <a:xfrm>
            <a:off x="10829338" y="6058851"/>
            <a:ext cx="811764" cy="76511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983F3609-A369-B63F-15F3-68F03442C94E}"/>
              </a:ext>
            </a:extLst>
          </p:cNvPr>
          <p:cNvSpPr/>
          <p:nvPr/>
        </p:nvSpPr>
        <p:spPr>
          <a:xfrm>
            <a:off x="11805618" y="6058851"/>
            <a:ext cx="811764" cy="76511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A2640245-1DE2-E688-3219-9BBDA68D7BAF}"/>
              </a:ext>
            </a:extLst>
          </p:cNvPr>
          <p:cNvCxnSpPr>
            <a:cxnSpLocks/>
            <a:stCxn id="11" idx="4"/>
            <a:endCxn id="214" idx="0"/>
          </p:cNvCxnSpPr>
          <p:nvPr/>
        </p:nvCxnSpPr>
        <p:spPr>
          <a:xfrm flipH="1">
            <a:off x="4578400" y="4569447"/>
            <a:ext cx="168827" cy="15234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5CA5955D-4EDB-5AFA-3F5D-BA522C94839F}"/>
              </a:ext>
            </a:extLst>
          </p:cNvPr>
          <p:cNvCxnSpPr>
            <a:cxnSpLocks/>
            <a:stCxn id="11" idx="6"/>
            <a:endCxn id="215" idx="0"/>
          </p:cNvCxnSpPr>
          <p:nvPr/>
        </p:nvCxnSpPr>
        <p:spPr>
          <a:xfrm>
            <a:off x="5153109" y="4186892"/>
            <a:ext cx="401571" cy="190599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48FE150E-AFCF-0732-5B10-474DB48F707A}"/>
              </a:ext>
            </a:extLst>
          </p:cNvPr>
          <p:cNvCxnSpPr>
            <a:cxnSpLocks/>
            <a:stCxn id="12" idx="2"/>
            <a:endCxn id="216" idx="1"/>
          </p:cNvCxnSpPr>
          <p:nvPr/>
        </p:nvCxnSpPr>
        <p:spPr>
          <a:xfrm>
            <a:off x="5596311" y="4186892"/>
            <a:ext cx="600221" cy="201804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4F77EA87-8628-1CFC-B671-A1F4B4AD5642}"/>
              </a:ext>
            </a:extLst>
          </p:cNvPr>
          <p:cNvCxnSpPr>
            <a:cxnSpLocks/>
            <a:stCxn id="12" idx="4"/>
            <a:endCxn id="217" idx="1"/>
          </p:cNvCxnSpPr>
          <p:nvPr/>
        </p:nvCxnSpPr>
        <p:spPr>
          <a:xfrm>
            <a:off x="6002193" y="4569447"/>
            <a:ext cx="1170619" cy="163549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8653315C-3FB3-2CBB-16FD-7433A880E332}"/>
              </a:ext>
            </a:extLst>
          </p:cNvPr>
          <p:cNvCxnSpPr>
            <a:cxnSpLocks/>
            <a:stCxn id="12" idx="6"/>
            <a:endCxn id="217" idx="1"/>
          </p:cNvCxnSpPr>
          <p:nvPr/>
        </p:nvCxnSpPr>
        <p:spPr>
          <a:xfrm>
            <a:off x="6408075" y="4186892"/>
            <a:ext cx="764737" cy="201804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00E1101C-41B0-9C24-E1E9-20FB91F0118C}"/>
              </a:ext>
            </a:extLst>
          </p:cNvPr>
          <p:cNvCxnSpPr>
            <a:cxnSpLocks/>
            <a:stCxn id="13" idx="2"/>
            <a:endCxn id="217" idx="0"/>
          </p:cNvCxnSpPr>
          <p:nvPr/>
        </p:nvCxnSpPr>
        <p:spPr>
          <a:xfrm>
            <a:off x="6851277" y="4186892"/>
            <a:ext cx="608537" cy="190599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0307B027-9239-882A-C544-8D4676925A1A}"/>
              </a:ext>
            </a:extLst>
          </p:cNvPr>
          <p:cNvCxnSpPr>
            <a:cxnSpLocks/>
            <a:stCxn id="13" idx="4"/>
            <a:endCxn id="217" idx="0"/>
          </p:cNvCxnSpPr>
          <p:nvPr/>
        </p:nvCxnSpPr>
        <p:spPr>
          <a:xfrm>
            <a:off x="7257159" y="4569447"/>
            <a:ext cx="202655" cy="15234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8BE62894-8AA0-242D-70E8-AE03136161ED}"/>
              </a:ext>
            </a:extLst>
          </p:cNvPr>
          <p:cNvCxnSpPr>
            <a:cxnSpLocks/>
            <a:stCxn id="13" idx="5"/>
            <a:endCxn id="217" idx="0"/>
          </p:cNvCxnSpPr>
          <p:nvPr/>
        </p:nvCxnSpPr>
        <p:spPr>
          <a:xfrm flipH="1">
            <a:off x="7459814" y="4457399"/>
            <a:ext cx="84347" cy="163549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ED76F4A1-6BA4-106D-3F52-87D9FC2761BC}"/>
              </a:ext>
            </a:extLst>
          </p:cNvPr>
          <p:cNvCxnSpPr>
            <a:cxnSpLocks/>
            <a:stCxn id="14" idx="2"/>
            <a:endCxn id="218" idx="0"/>
          </p:cNvCxnSpPr>
          <p:nvPr/>
        </p:nvCxnSpPr>
        <p:spPr>
          <a:xfrm>
            <a:off x="8918294" y="4161395"/>
            <a:ext cx="411792" cy="189745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Arrow Connector 308">
            <a:extLst>
              <a:ext uri="{FF2B5EF4-FFF2-40B4-BE49-F238E27FC236}">
                <a16:creationId xmlns:a16="http://schemas.microsoft.com/office/drawing/2014/main" id="{90F2F7F5-2D60-B834-EE8C-02756DD5AB55}"/>
              </a:ext>
            </a:extLst>
          </p:cNvPr>
          <p:cNvCxnSpPr>
            <a:cxnSpLocks/>
            <a:stCxn id="14" idx="4"/>
            <a:endCxn id="219" idx="0"/>
          </p:cNvCxnSpPr>
          <p:nvPr/>
        </p:nvCxnSpPr>
        <p:spPr>
          <a:xfrm>
            <a:off x="9324176" y="4543950"/>
            <a:ext cx="982190" cy="151490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7B619A36-B77D-0B0D-E940-E2169EA523BA}"/>
              </a:ext>
            </a:extLst>
          </p:cNvPr>
          <p:cNvCxnSpPr>
            <a:cxnSpLocks/>
            <a:stCxn id="14" idx="6"/>
            <a:endCxn id="219" idx="0"/>
          </p:cNvCxnSpPr>
          <p:nvPr/>
        </p:nvCxnSpPr>
        <p:spPr>
          <a:xfrm>
            <a:off x="9730058" y="4161395"/>
            <a:ext cx="576308" cy="189745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761AB1C2-63E5-BC64-2067-E93E58B8730C}"/>
              </a:ext>
            </a:extLst>
          </p:cNvPr>
          <p:cNvCxnSpPr>
            <a:cxnSpLocks/>
            <a:stCxn id="15" idx="2"/>
            <a:endCxn id="220" idx="0"/>
          </p:cNvCxnSpPr>
          <p:nvPr/>
        </p:nvCxnSpPr>
        <p:spPr>
          <a:xfrm>
            <a:off x="10173260" y="4161395"/>
            <a:ext cx="1061960" cy="189745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AAEBC15F-3DDE-CFAF-949D-071B79FBABB8}"/>
              </a:ext>
            </a:extLst>
          </p:cNvPr>
          <p:cNvCxnSpPr>
            <a:cxnSpLocks/>
            <a:stCxn id="15" idx="4"/>
            <a:endCxn id="221" idx="0"/>
          </p:cNvCxnSpPr>
          <p:nvPr/>
        </p:nvCxnSpPr>
        <p:spPr>
          <a:xfrm>
            <a:off x="10579142" y="4543950"/>
            <a:ext cx="1632358" cy="151490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9163415B-8917-FE9B-D73A-C5CFFD6ADC0C}"/>
              </a:ext>
            </a:extLst>
          </p:cNvPr>
          <p:cNvCxnSpPr>
            <a:cxnSpLocks/>
            <a:stCxn id="15" idx="6"/>
            <a:endCxn id="221" idx="0"/>
          </p:cNvCxnSpPr>
          <p:nvPr/>
        </p:nvCxnSpPr>
        <p:spPr>
          <a:xfrm>
            <a:off x="10985024" y="4161395"/>
            <a:ext cx="1226476" cy="189745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TextBox 327">
            <a:extLst>
              <a:ext uri="{FF2B5EF4-FFF2-40B4-BE49-F238E27FC236}">
                <a16:creationId xmlns:a16="http://schemas.microsoft.com/office/drawing/2014/main" id="{57D25730-AA06-7171-1974-1EE58DD61966}"/>
              </a:ext>
            </a:extLst>
          </p:cNvPr>
          <p:cNvSpPr txBox="1"/>
          <p:nvPr/>
        </p:nvSpPr>
        <p:spPr>
          <a:xfrm>
            <a:off x="108981" y="3817696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</a:rPr>
              <a:t>W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93D7F02B-92BF-7E36-9A34-F9B872C4BB10}"/>
              </a:ext>
            </a:extLst>
          </p:cNvPr>
          <p:cNvSpPr txBox="1"/>
          <p:nvPr/>
        </p:nvSpPr>
        <p:spPr>
          <a:xfrm>
            <a:off x="-283445" y="6110570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</a:rPr>
              <a:t>W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B64E2FEE-1843-4C7B-7280-C05708AD2584}"/>
              </a:ext>
            </a:extLst>
          </p:cNvPr>
          <p:cNvSpPr txBox="1"/>
          <p:nvPr/>
        </p:nvSpPr>
        <p:spPr>
          <a:xfrm>
            <a:off x="1591328" y="6137601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</a:rPr>
              <a:t>W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E31291DE-B17A-F073-09DF-9DD076636B3F}"/>
              </a:ext>
            </a:extLst>
          </p:cNvPr>
          <p:cNvSpPr txBox="1"/>
          <p:nvPr/>
        </p:nvSpPr>
        <p:spPr>
          <a:xfrm>
            <a:off x="4288070" y="6137601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</a:rPr>
              <a:t>W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16D12F02-D13D-F72D-34FA-1E16F079A2AA}"/>
              </a:ext>
            </a:extLst>
          </p:cNvPr>
          <p:cNvSpPr txBox="1"/>
          <p:nvPr/>
        </p:nvSpPr>
        <p:spPr>
          <a:xfrm>
            <a:off x="6172105" y="6159503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</a:rPr>
              <a:t>W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533B3730-0FA1-C0C7-7292-A51352E1303A}"/>
              </a:ext>
            </a:extLst>
          </p:cNvPr>
          <p:cNvSpPr txBox="1"/>
          <p:nvPr/>
        </p:nvSpPr>
        <p:spPr>
          <a:xfrm>
            <a:off x="9037974" y="6110570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</a:rPr>
              <a:t>W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DAA273AB-F0DB-25F5-919C-607BEEBB1C66}"/>
              </a:ext>
            </a:extLst>
          </p:cNvPr>
          <p:cNvSpPr txBox="1"/>
          <p:nvPr/>
        </p:nvSpPr>
        <p:spPr>
          <a:xfrm>
            <a:off x="10921376" y="6137601"/>
            <a:ext cx="53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</a:rPr>
              <a:t>W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5BFF8632-EAB9-C720-1FC2-D12F5BD531CB}"/>
              </a:ext>
            </a:extLst>
          </p:cNvPr>
          <p:cNvSpPr txBox="1"/>
          <p:nvPr/>
        </p:nvSpPr>
        <p:spPr>
          <a:xfrm>
            <a:off x="11663682" y="3817696"/>
            <a:ext cx="293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7F87E93F-0341-99DF-3908-D740DE25F776}"/>
              </a:ext>
            </a:extLst>
          </p:cNvPr>
          <p:cNvSpPr txBox="1"/>
          <p:nvPr/>
        </p:nvSpPr>
        <p:spPr>
          <a:xfrm>
            <a:off x="12064776" y="6092890"/>
            <a:ext cx="293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624B682F-14E0-DB05-4160-4F64B2E0547B}"/>
              </a:ext>
            </a:extLst>
          </p:cNvPr>
          <p:cNvSpPr txBox="1"/>
          <p:nvPr/>
        </p:nvSpPr>
        <p:spPr>
          <a:xfrm>
            <a:off x="10159642" y="6109397"/>
            <a:ext cx="293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FBE7AC8C-B2E2-3CCA-34E9-2E5C8360DFEF}"/>
              </a:ext>
            </a:extLst>
          </p:cNvPr>
          <p:cNvSpPr txBox="1"/>
          <p:nvPr/>
        </p:nvSpPr>
        <p:spPr>
          <a:xfrm>
            <a:off x="7313090" y="6137601"/>
            <a:ext cx="293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BB72EFD2-211E-1494-B552-3FC22677FEC1}"/>
              </a:ext>
            </a:extLst>
          </p:cNvPr>
          <p:cNvSpPr txBox="1"/>
          <p:nvPr/>
        </p:nvSpPr>
        <p:spPr>
          <a:xfrm>
            <a:off x="5390164" y="6137601"/>
            <a:ext cx="293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53262AC9-45A5-226D-6BE0-7B984AA259A8}"/>
              </a:ext>
            </a:extLst>
          </p:cNvPr>
          <p:cNvSpPr txBox="1"/>
          <p:nvPr/>
        </p:nvSpPr>
        <p:spPr>
          <a:xfrm>
            <a:off x="2695414" y="6123369"/>
            <a:ext cx="293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247C3536-5C4C-DACD-BC4A-BE4E6CA29FAD}"/>
              </a:ext>
            </a:extLst>
          </p:cNvPr>
          <p:cNvSpPr txBox="1"/>
          <p:nvPr/>
        </p:nvSpPr>
        <p:spPr>
          <a:xfrm>
            <a:off x="823312" y="6109396"/>
            <a:ext cx="293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FF0000"/>
                </a:solidFill>
              </a:rPr>
              <a:t>L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564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Widescreen</PresentationFormat>
  <Paragraphs>199</Paragraphs>
  <Slides>17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Roboto</vt:lpstr>
      <vt:lpstr>Office Theme</vt:lpstr>
      <vt:lpstr>Monte Carlo Tree Search (MCTS) </vt:lpstr>
      <vt:lpstr>Different Operations</vt:lpstr>
      <vt:lpstr>Rock, Paper, Scissors </vt:lpstr>
      <vt:lpstr>Algortihm</vt:lpstr>
      <vt:lpstr>Example (1/11)</vt:lpstr>
      <vt:lpstr>Example (2/11)</vt:lpstr>
      <vt:lpstr>Example (3/11)</vt:lpstr>
      <vt:lpstr>Example (4/11)</vt:lpstr>
      <vt:lpstr>Example (5/11)</vt:lpstr>
      <vt:lpstr>Example (6/11)</vt:lpstr>
      <vt:lpstr>Example (7/11)</vt:lpstr>
      <vt:lpstr>Example (8/11)</vt:lpstr>
      <vt:lpstr>Example (9/11)</vt:lpstr>
      <vt:lpstr>Example (10/11)</vt:lpstr>
      <vt:lpstr>Example (11/11)</vt:lpstr>
      <vt:lpstr>Rock, Paper, Scissors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Monte Carlo Tree Search (MCTS)</dc:title>
  <dc:creator>Tsakpinis, Achilleas</dc:creator>
  <cp:lastModifiedBy>Tsakpinis, Achilleas</cp:lastModifiedBy>
  <cp:revision>3</cp:revision>
  <dcterms:created xsi:type="dcterms:W3CDTF">2022-09-28T12:51:57Z</dcterms:created>
  <dcterms:modified xsi:type="dcterms:W3CDTF">2022-09-28T14:44:18Z</dcterms:modified>
</cp:coreProperties>
</file>