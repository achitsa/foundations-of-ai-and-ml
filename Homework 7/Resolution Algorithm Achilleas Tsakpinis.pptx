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21.8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89 24575,'0'-1'0,"1"0"0,-1 1 0,1-1 0,-1 0 0,1 0 0,0 0 0,-1 1 0,1-1 0,0 0 0,0 1 0,0-1 0,-1 1 0,1-1 0,0 1 0,0-1 0,0 1 0,0 0 0,0-1 0,0 1 0,0 0 0,0 0 0,0-1 0,0 1 0,0 0 0,0 0 0,1 1 0,30-3 0,-27 3 0,1 0 0,0 0 0,-1 0 0,1 0 0,8 5 0,-12-5 0,0-1 0,1 1 0,-1 1 0,0-1 0,0 0 0,0 0 0,0 1 0,0 0 0,-1-1 0,1 1 0,0 0 0,-1-1 0,1 1 0,-1 0 0,2 4 0,-3-6 0,1 1 0,-1-1 0,0 0 0,0 1 0,0-1 0,0 1 0,0-1 0,0 0 0,0 1 0,0-1 0,0 1 0,0-1 0,0 1 0,0-1 0,0 0 0,0 1 0,-1-1 0,1 1 0,0-1 0,0 0 0,0 1 0,-1-1 0,1 0 0,0 1 0,0-1 0,-1 0 0,1 1 0,0-1 0,-1 0 0,1 1 0,-1-1 0,-16 6 0,-18-4 0,30-2 0,0 0 0,0-1 0,0 0 0,0 0 0,1 0 0,-1 0 0,0-1 0,1 0 0,0 0 0,-1 0 0,1-1 0,0 1 0,0-1 0,0 0 0,0 0 0,1 0 0,-1-1 0,1 1 0,0-1 0,0 0 0,0 0 0,0 0 0,1 0 0,-1-1 0,1 1 0,0-1 0,1 1 0,-1-1 0,1 0 0,-1-7 0,2 10 0,0 1 0,0-1 0,0 1 0,1-1 0,-1 0 0,1 1 0,-1-1 0,1 1 0,0 0 0,0-1 0,-1 1 0,1 0 0,0-1 0,0 1 0,0 0 0,0 0 0,1 0 0,-1 0 0,0 0 0,0 0 0,1 0 0,-1 0 0,0 0 0,1 1 0,-1-1 0,1 0 0,-1 1 0,1-1 0,-1 1 0,1 0 0,0 0 0,-1-1 0,1 1 0,-1 0 0,3 0 0,8 0 0,0 0 0,1 0 0,15 3 0,-26-3 0,-1 0 0,1 0 0,-1 0 0,0 0 0,1 1 0,-1-1 0,0 0 0,1 1 0,-1-1 0,0 1 0,0-1 0,0 1 0,1 0 0,-1 0 0,0-1 0,0 1 0,0 0 0,0 0 0,0 0 0,0 0 0,-1 0 0,1 0 0,0 0 0,1 2 0,-2-1 0,1 0 0,-1 0 0,1 0 0,-1 0 0,0 1 0,0-1 0,0 0 0,0 0 0,-1 0 0,1 0 0,0 0 0,-1 0 0,0 0 0,0 2 0,-1 1 0,-1 0 0,1 0 0,-1 0 0,0 0 0,0 0 0,-1 0 0,1-1 0,-1 0 0,0 1 0,-6 4 0,7-7 0,-17 11 0,0 1 0,-31 29 0,50-43 2,1 0 0,-1 0-1,1 0 1,0 1 0,-1-1-1,1 0 1,0 0 0,-1 1-1,1-1 1,0 0 0,0 1 0,-1-1-1,1 0 1,0 1 0,0-1-1,-1 0 1,1 1 0,0-1-1,0 1 1,0-1 0,0 0 0,0 1-1,0-1 1,-1 1 0,1-1-1,0 0 1,0 1 0,0-1-1,0 1 1,1-1 0,-1 1-1,0-1 1,0 0 0,0 1 0,0-1-1,0 1 1,0-1 0,1 0-1,-1 1 1,0-1 0,0 0-1,1 1 1,-1-1 0,0 0-1,0 1 1,1-1 0,-1 0 0,0 0-1,1 1 1,-1-1 0,0 0-1,1 0 1,-1 0 0,1 1-1,-1-1 1,0 0 0,1 0-1,-1 0 1,1 0 0,-1 0 0,1 0-1,28 3-1061,-27-3 650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24.8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16 24575,'-23'-7'0,"15"2"0,15 2 0,1 3 0,-1 0 0,1 0 0,0 1 0,0 0 0,-1 0 0,1 1 0,10 3 0,-17-4 0,1-1 0,-1 1 0,1 0 0,-1 0 0,1-1 0,-1 1 0,0 0 0,1 0 0,-1 1 0,0-1 0,0 0 0,0 0 0,0 1 0,0-1 0,0 0 0,0 1 0,0-1 0,-1 1 0,1-1 0,-1 1 0,1-1 0,-1 1 0,1 0 0,-1-1 0,0 1 0,0 0 0,0-1 0,0 1 0,0 0 0,0-1 0,0 1 0,0-1 0,-1 1 0,1 0 0,-1-1 0,1 1 0,-1-1 0,0 1 0,1-1 0,-1 1 0,-2 2 0,-13 25 0,-39 52 0,54-80 0,0 1 0,0-1 0,0 0 0,0 0 0,0 1 0,0-1 0,-1 0 0,1 0 0,0 0 0,-1 0 0,1-1 0,-2 2 0,3-2 0,-1 0 0,1 0 0,-1 0 0,1 0 0,0 0 0,-1 0 0,1 0 0,-1 0 0,1 0 0,-1 0 0,1 0 0,-1 0 0,1 0 0,0 0 0,-1-1 0,1 1 0,-1 0 0,1 0 0,0 0 0,-1-1 0,1 1 0,0 0 0,-1-1 0,1 1 0,0 0 0,-1-1 0,1 1 0,0-1 0,-2-2 0,0 0 0,1-1 0,0 0 0,0 1 0,0-1 0,0 1 0,0-1 0,1-7 0,0-21 0,2 64 0,-2 58-1365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27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87 161 24575,'-3'-1'0,"1"1"0,-1-1 0,1 0 0,-1 0 0,1 0 0,-1-1 0,1 1 0,0-1 0,0 1 0,0-1 0,0 0 0,0 1 0,0-1 0,0 0 0,0 0 0,1-1 0,-1 1 0,1 0 0,-1-1 0,1 1 0,0 0 0,0-1 0,0 1 0,0-1 0,0-4 0,-1 1 0,0 0 0,1 0 0,-1 0 0,1 0 0,1 0 0,-1 0 0,1-1 0,0 1 0,1 0 0,1-9 0,-1 13 0,0-1 0,1 1 0,-1 0 0,1 0 0,-1 0 0,1 0 0,0 0 0,0 0 0,0 1 0,0-1 0,0 1 0,0-1 0,1 1 0,-1 0 0,0 0 0,1 0 0,-1 0 0,1 0 0,-1 0 0,1 1 0,0-1 0,-1 1 0,1 0 0,-1 0 0,4 0 0,11 0 0,0 0 0,26 4 0,-39-4 0,-3 0 0,0 0 0,0 0 0,0 0 0,0 0 0,0 0 0,0 0 0,0 0 0,0 0 0,0 1 0,0-1 0,0 0 0,0 1 0,0-1 0,0 0 0,0 1 0,0-1 0,0 1 0,-1 0 0,1-1 0,0 1 0,0 0 0,-1-1 0,1 1 0,0 0 0,-1 0 0,1 0 0,-1-1 0,1 1 0,-1 0 0,1 0 0,-1 0 0,0 0 0,1 0 0,-1 0 0,0 0 0,0 0 0,0 0 0,0 0 0,0 0 0,0 0 0,0 0 0,0 0 0,0 0 0,0 0 0,0 0 0,-1 0 0,1 0 0,0 0 0,-1 0 0,1 0 0,-1 0 0,1 0 0,-1-1 0,1 1 0,-2 1 0,-1 4 0,-1-1 0,-1 1 0,1-1 0,-1 1 0,1-2 0,-11 9 0,-6 1 0,17-11 0,-1-1 0,1 1 0,0 0 0,0 0 0,0 1 0,0-1 0,1 1 0,-1 0 0,1 0 0,0 0 0,0 0 0,1 1 0,-4 7 0,4-7 0,-1 1 0,1 0 0,-1-1 0,0 1 0,-6 6 0,7-10 0,0 0 0,0-1 0,0 1 0,0 0 0,-1-1 0,1 0 0,-1 1 0,1-1 0,-1 0 0,1 0 0,-1 0 0,1-1 0,-1 1 0,-4 0 0,-10 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40.1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4 571 24575,'-1'-85'0,"-1"26"0,2-1 0,4 1 0,11-65 0,-12 114 0,0-1 0,1 1 0,0 0 0,1 0 0,0 0 0,1 1 0,0 0 0,8-9 0,-3 4 0,2 0 0,-1 1 0,29-23 0,-40 35 0,0 1 0,0-1 0,1 0 0,-1 0 0,0 0 0,0 1 0,1-1 0,-1 0 0,0 1 0,1-1 0,-1 1 0,0 0 0,1-1 0,-1 1 0,1 0 0,-1 0 0,1 0 0,-1 0 0,1 0 0,-1 0 0,0 0 0,1 1 0,-1-1 0,1 1 0,-1-1 0,0 1 0,1-1 0,-1 1 0,0-1 0,1 1 0,-1 0 0,0 0 0,0 0 0,0 0 0,0 0 0,0 0 0,0 0 0,0 0 0,0 0 0,0 1 0,-1-1 0,1 0 0,0 0 0,0 3 0,4 7 0,0 0 0,-1 0 0,0 0 0,2 17 0,-4-19 0,10 50 0,-3 1 0,2 96 0,-7-115 0,2 1 0,17 60 0,-13-63 0,-2 1 0,7 74 0,-14-93 0,0-3 0,0 0 0,-1 0 0,-2 0 0,-4 30 0,5-45 0,1 0 0,-1 1 0,0-1 0,0 0 0,-1 0 0,1 0 0,0 0 0,-1 0 0,0-1 0,0 1 0,0 0 0,0-1 0,0 1 0,0-1 0,0 0 0,-1 0 0,0 0 0,1 0 0,-1 0 0,0 0 0,0-1 0,0 1 0,0-1 0,0 0 0,0 0 0,0 0 0,0 0 0,0-1 0,-1 1 0,1-1 0,0 0 0,-5 0 0,3-1 0,1 0 0,-1 0 0,0 0 0,1-1 0,-1 1 0,1-1 0,-1 0 0,1 0 0,0-1 0,0 1 0,0-1 0,0 0 0,0 0 0,1-1 0,0 1 0,-1-1 0,1 1 0,0-1 0,1 0 0,-1 0 0,1 0 0,-1-1 0,1 1 0,-1-7 0,-3-4 0,0 0 0,2 0 0,0-1 0,0 0 0,2 0 0,-1-19 0,5-177 0,-2 207 0,1 0 0,0 0 0,0 0 0,0 0 0,0 0 0,1 0 0,0 0 0,0 1 0,0-1 0,0 1 0,1-1 0,4-5 0,-5 8 0,1 0 0,-1-1 0,0 1 0,1 0 0,-1 1 0,1-1 0,0 0 0,-1 1 0,1 0 0,0-1 0,0 1 0,0 0 0,0 0 0,0 1 0,0-1 0,0 1 0,0-1 0,1 1 0,-1 0 0,0 0 0,4 1 0,63 8 0,174 14 0,-201-21 0,-9 0 0,0-1 0,0-2 0,58-9 0,-86 8 0,-1 0 0,0 0 0,0-1 0,0 1 0,-1-1 0,1-1 0,-1 1 0,1-1 0,-1 1 0,0-1 0,-1 0 0,1-1 0,3-4 0,-1 2 0,0 0 0,0 1 0,0-1 0,10-6 0,-2 5 0,1 1 0,0 0 0,0 1 0,0 0 0,1 1 0,0 1 0,29-4 0,-17 4 0,-1 2 0,1 1 0,27 3 0,-127-12 0,-75-20 0,-16-3 0,92 26 0,-125 2 0,181 3 0,20-3 0,30-8 0,46-5 0,0 3 0,113-6 0,-131 15 0,754-33 0,-753 48 0,-50-6 0,0 0 0,23 0 0,423-3 0,-449 0 0,-1 0 0,1 1 0,0 1 0,-1 0 0,1 0 0,12 5 0,-18-5 0,-1 0 0,1 0 0,-1 0 0,0 1 0,0-1 0,0 1 0,0 0 0,0 0 0,0 0 0,-1 1 0,0-1 0,1 1 0,-2 0 0,1 0 0,4 8 0,0 4 0,-1 1 0,-1-1 0,0 1 0,-1 0 0,-1 0 0,2 33 0,2 17 0,1 37 0,-9-79 0,-2 0 0,0 0 0,-10 35 0,6-31 0,4-17 0,3-7 0,-1 0 0,0-1 0,-1 1 0,1-1 0,-1 1 0,1-1 0,-6 9 0,5-12 0,0 1 0,1 0 0,-1-1 0,0 1 0,0-1 0,0 0 0,-1 0 0,1 0 0,0 0 0,0 0 0,-1 0 0,1 0 0,0-1 0,-1 1 0,1-1 0,-1 0 0,1 1 0,-5-2 0,-274 1 0,106-3 0,132 3 0,-682 14 0,306-9 0,254-6 0,156 1 0,1-1 0,-1 0 0,0 0 0,1 0 0,0-1 0,-9-3 0,16 4 0,1 1 0,0 0 0,0 0 0,-1 0 0,1 0 0,0 0 0,-1 0 0,1 0 0,0-1 0,0 1 0,-1 0 0,1 0 0,0 0 0,0-1 0,0 1 0,-1 0 0,1 0 0,0 0 0,0-1 0,0 1 0,0 0 0,-1-1 0,1 1 0,0 0 0,0 0 0,0-1 0,0 1 0,0 0 0,0-1 0,0 1 0,0 0 0,0 0 0,0-1 0,0 1 0,0 0 0,0-1 0,0 1 0,0-1 0,11-11 0,22-9 0,-30 20 0,68-40 0,14-9 0,1 4 0,98-36 0,-159 74 0,0 2 0,1 0 0,0 1 0,36-1 0,108 5 0,-95 2 0,101 8 0,-1-1 0,336-8 0,-484 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43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2665 547 24575,'6'1'0,"1"-1"0,0 2 0,0-1 0,10 5 0,-1-1 0,-95-3 0,-17-7 0,-125-23 0,63 6 0,-518-9 0,376 23 0,12-1 0,187 9 0,-96 2 0,168 1 0,-45 10 0,50-7 0,-1-1 0,-48 2 0,-13-6 0,-105-4 0,188 3 0,0-1 0,0 0 0,1 0 0,-1 0 0,0 0 0,1 0 0,-1-1 0,1 1 0,-1-1 0,1 1 0,0-1 0,0 0 0,-1 0 0,1 0 0,1 0 0,-1-1 0,0 1 0,0 0 0,-1-5 0,-5-7 0,2 0 0,-8-23 0,6 14 0,3 9 0,0 0 0,2 0 0,0-1 0,0 0 0,0-21 0,3 27 0,-1-1 0,2 1 0,-1-1 0,2 1 0,-1-1 0,1 1 0,0 0 0,1-1 0,6-12 0,-5 15 0,1 1 0,-1-1 0,2 1 0,-1 0 0,1 1 0,0-1 0,0 1 0,0 0 0,1 0 0,9-4 0,11-6 0,37-14 0,-37 19 0,1 2 0,0 0 0,0 2 0,1 1 0,0 1 0,37 0 0,181 15 0,-96-2 0,456-17 0,-433 2 0,663 2 0,-448 6 0,-387-2 0,-1 0 0,1 0 0,0 0 0,0 0 0,-1 0 0,1 1 0,0-1 0,-1 1 0,1-1 0,0 1 0,-1-1 0,1 1 0,0 0 0,-1 0 0,1-1 0,-1 1 0,1 1 0,-1-1 0,0 0 0,1 0 0,-1 0 0,0 1 0,1 1 0,0 0 0,-1-1 0,-1 1 0,1 0 0,0-1 0,-1 1 0,1 0 0,-1-1 0,0 1 0,0 0 0,0 0 0,0 0 0,-1-1 0,0 5 0,-4 10 0,0-1 0,-1 1 0,-15 27 0,17-34 0,-24 80 0,26-88 0,1 0 0,0 0 0,-1 0 0,1-1 0,-1 1 0,0 0 0,1-1 0,-1 1 0,0-1 0,0 0 0,0 0 0,0 0 0,0 0 0,0 0 0,0 0 0,0 0 0,-4 0 0,-44 8 0,31-6 0,-30 5 0,0-3 0,-1-1 0,1-2 0,-87-9 0,81 0 0,-73-1 0,83 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48.4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34 24575,'0'0'0,"1"-1"0,-1 0 0,0 1 0,0-1 0,1 0 0,-1 1 0,1-1 0,-1 1 0,0-1 0,1 0 0,-1 1 0,1-1 0,-1 1 0,1 0 0,0-1 0,-1 1 0,1-1 0,-1 1 0,1 0 0,0-1 0,-1 1 0,1 0 0,0 0 0,-1 0 0,1-1 0,0 1 0,-1 0 0,2 0 0,25-3 0,-22 3 0,296-4 0,-53 3 0,723-12 0,-946 13 0,-11 1 0,-1 1 0,1 0 0,-1 1 0,0 1 0,24 9 0,26 6 0,-7-8 0,0-4 0,61 1 0,117-9 0,-89-1 0,-72 0 0,79 4 0,-149-1 0,-1-1 0,0 1 0,1-1 0,-1 1 0,0 0 0,0 0 0,1 0 0,-1 0 0,0 0 0,0 1 0,0-1 0,0 0 0,-1 1 0,1 0 0,0-1 0,0 1 0,-1 0 0,1 0 0,-1 0 0,0 0 0,0 0 0,0 0 0,0 0 0,0 1 0,0-1 0,0 0 0,-1 1 0,1-1 0,0 3 0,1 9 0,-1 0 0,0 0 0,-2 27 0,0-22 0,0 30 0,-2 1 0,-19 96 0,18-121 0,1-1 0,1 1 0,2 41 0,-2 24 0,2-88 0,-1 0 0,0 0 0,1 0 0,-1 0 0,0 0 0,0 0 0,0-1 0,0 1 0,0 0 0,0-1 0,0 1 0,-1 0 0,1-1 0,-1 0 0,1 1 0,-1-1 0,1 0 0,-1 0 0,0 0 0,0 0 0,1 0 0,-1 0 0,0 0 0,0-1 0,0 1 0,0-1 0,0 1 0,0-1 0,0 0 0,0 0 0,-3 0 0,-10 1 0,1-1 0,-1 0 0,-18-4 0,24 3 0,-101-20 0,4 1 0,-375 7 0,322 15 0,-91 17 0,102-4 0,-462 3 0,204-18 0,396 0 0,0-1 0,-1 0 0,1 0 0,0-1 0,0 0 0,-13-5 0,19 6 0,0-1 0,0 0 0,0 0 0,0 0 0,1-1 0,-1 1 0,1-1 0,-1 0 0,1 1 0,0-2 0,0 1 0,0 0 0,0-1 0,1 1 0,0-1 0,-1 0 0,-1-5 0,-4-17 0,2 0 0,0 0 0,2-1 0,1 1 0,1-1 0,2 0 0,0 0 0,5-26 0,-5 51 0,0 0 0,1 0 0,-1 0 0,1 0 0,-1 0 0,1 1 0,0-1 0,0 0 0,0 0 0,0 0 0,0 1 0,0-1 0,0 0 0,0 1 0,1 0 0,-1-1 0,1 1 0,-1 0 0,1-1 0,0 1 0,-1 0 0,1 0 0,0 0 0,0 0 0,-1 1 0,1-1 0,0 0 0,0 1 0,0 0 0,3-1 0,7 0 0,-1 0 0,1 0 0,0 1 0,14 3 0,-3-2 0,577 1 0,3-1 0,-468 7 0,35 1 0,471-9-1365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53.0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139 18 24575,'208'-9'0,"-13"1"0,378 30 0,-366-10 0,-8-2 0,-148-5 0,196 28 0,-147-17 0,148 6 0,-177-15 0,-51-4 0,0 0 0,1-2 0,-1-1 0,1 0 0,24-5 0,-10 1 0,-1 0 0,45 3 0,6-1 0,-65 0 0,-18 1 0,1 1 0,-1 0 0,1-1 0,0 1 0,-1 0 0,1 0 0,-1 0 0,1 1 0,0-1 0,3 2 0,-5-1 0,0 0 0,0 0 0,0 0 0,0 0 0,0 0 0,0 0 0,0 0 0,0 0 0,-1 1 0,1-1 0,0 0 0,-1 1 0,1-1 0,-1 0 0,0 1 0,1-1 0,-1 1 0,0-1 0,0 0 0,0 1 0,0-1 0,0 1 0,0 2 0,-2 37 0,-8 52 0,3-36 0,3 12 0,3-48 0,0 1 0,-1-1 0,-8 34 0,3-27 0,-1-1 0,-2-1 0,-17 36 0,25-60 0,1 0 0,0 0 0,-1 0 0,1-1 0,-1 1 0,0-1 0,0 1 0,1-1 0,-1 1 0,0-1 0,0 0 0,0 0 0,0 0 0,0 0 0,-1 0 0,1-1 0,-4 2 0,-44 0 0,19-1 0,-285 48 0,206-26 0,-1-5 0,-1-5 0,-127-1 0,-975-14 0,1199 1 0,0 0 0,-25-7 0,-7 0 0,12 2 0,-1-2 0,-39-14 0,65 20 0,1-2 0,0 1 0,0-1 0,0 0 0,1-1 0,-1 0 0,-11-10 0,17 13 0,1-1 0,-1 1 0,1-1 0,0 0 0,0 0 0,0 0 0,0 0 0,1 0 0,-1 0 0,1 0 0,0-1 0,0 1 0,0-1 0,0 1 0,0-1 0,1 1 0,0-1 0,0 1 0,0-1 0,0 1 0,0-1 0,0 1 0,1-1 0,1-3 0,1-4 0,1 0 0,0 1 0,1-1 0,9-14 0,-8 14 0,0 1 0,-1-1 0,0 1 0,5-20 0,6-59 0,-10 51 0,2 0 0,23-67 0,-31 104 0,0-1 0,1 1 0,0 0 0,-1-1 0,1 1 0,0 0 0,0-1 0,0 1 0,-1 0 0,1 0 0,0 0 0,1-1 0,-1 1 0,0 1 0,0-1 0,0 0 0,1 0 0,0 0 0,-1 0 0,0 1 0,0 0 0,0 0 0,0 0 0,0 0 0,0 0 0,0 0 0,0 0 0,0 1 0,0-1 0,0 0 0,0 0 0,-1 1 0,1-1 0,0 1 0,0-1 0,0 1 0,0-1 0,-1 1 0,3 1 0,0 2 0,1 0 0,0 0 0,-1 0 0,0 1 0,0-1 0,0 1 0,-1 0 0,3 7 0,-1 0 0,1 0 0,1 0 0,0-1 0,0 0 0,10 13 0,-13-19 0,1-1 0,0 0 0,1 0 0,-1-1 0,1 1 0,0-1 0,-1 0 0,1 0 0,1 0 0,-1-1 0,0 0 0,1 0 0,-1 0 0,8 1 0,24 2 0,1-1 0,0-2 0,64-4 0,-21-1 0,232-5 0,46-1 0,-348 10 0,0 0 0,-1 1 0,1 0 0,-1 1 0,1 0 0,14 7 0,-12-5 0,0 0 0,1-1 0,18 4 0,344 17 0,-306-28 0,129-22 0,-1 0 0,-167 21-126,0-1 0,0-2-1,-1-1 1,46-18 0,-53 18-608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58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 0 24575,'-1'41'0,"-2"0"0,-2 0 0,-15 61 0,-12 94 0,7-32 0,-70 354 0,95-518 0,0 0 0,0 1 0,0-1 0,-1 1 0,1-1 0,0 1 0,0-1 0,0 1 0,0-1 0,0 1 0,0-1 0,0 1 0,0-1 0,0 1 0,0-1 0,0 0 0,0 1 0,0-1 0,0 1 0,0-1 0,1 1 0,-1-1 0,0 1 0,0-1 0,0 1 0,1-1 0,-1 0 0,0 1 0,1-1 0,-1 0 0,1 1 0,13-9 0,24-34 0,-29 30 0,22-23 0,-1 1 0,0 0 0,3 2 0,45-34 0,-48 37 0,-29 28 0,0 1 0,0-1 0,0 0 0,0 0 0,-1 0 0,1 0 0,0 0 0,0-1 0,-1 1 0,1 0 0,-1 0 0,1 0 0,-1 0 0,0-1 0,1 1 0,-1 0 0,0 0 0,0-1 0,0 1 0,0 0 0,0-1 0,0 1 0,0 0 0,0 0 0,-1-1 0,1 1 0,0 0 0,-2-2 0,2 2 0,-1 1 0,0-1 0,0 1 0,0-1 0,1 1 0,-1 0 0,0-1 0,0 1 0,0 0 0,0 0 0,0 0 0,0 0 0,0 0 0,0 0 0,0 0 0,0 0 0,0 0 0,0 0 0,1 0 0,-1 0 0,0 1 0,0-1 0,0 0 0,0 1 0,0-1 0,-1 2 0,-29 16 0,22-13 0,-35 22 0,27-16 0,1 0 0,-2-2 0,0 0 0,0 0 0,0-2 0,-1 0 0,0-2 0,-22 5 0,-34-1 0,-207 13 0,-22-39 0,-11-1 0,249 18 0,0 3 0,0 2 0,-74 17 0,70-8 0,0-3 0,-83 1 0,-144-10 0,150-3 0,99 7 0,41-4 0,0-1 0,-1 0 0,1 0 0,0 0 0,-1-1 0,1 0 0,-14-2 0,-27-7 0,9 2 0,1-2 0,-38-13 0,71 20 0,1 0 0,0-1 0,0 0 0,0 0 0,1 0 0,-1 0 0,0 0 0,1-1 0,0 1 0,0-1 0,0 0 0,0 0 0,1 0 0,0 0 0,0 0 0,0-1 0,0 1 0,0-1 0,1 1 0,0-1 0,0 0 0,0-5 0,-2-16 0,1 1 0,1 0 0,3-27 0,-1 16 0,-2 4 0,1-32 0,0 60 0,1-1 0,-1 1 0,1-1 0,0 1 0,0 0 0,1-1 0,-1 1 0,1 0 0,0 0 0,5-7 0,-5 9 0,-1 0 0,1 1 0,0-1 0,0 1 0,0-1 0,1 1 0,-1 0 0,0 0 0,0 0 0,1 0 0,-1 0 0,1 0 0,-1 1 0,1-1 0,-1 1 0,3 0 0,47 0 0,-32 1 0,1042 3 0,-578-6 0,-272 11 0,0-1 0,-1-21 0,-184 11 0,-20 2 0,1-1 0,-1 1 0,0-1 0,0-1 0,0 1 0,0-1 0,9-4 0,-14 5 0,0 0 0,-1 0 0,1-1 0,-1 1 0,1 0 0,-1-1 0,1 0 0,-1 1 0,0-1 0,0 0 0,1 0 0,-1 0 0,-1 0 0,1 0 0,0 0 0,0 0 0,-1 0 0,1 0 0,-1 0 0,0 0 0,0 0 0,1 0 0,-1 0 0,-1-1 0,1 1 0,0 0 0,0 0 0,-1 0 0,-1-4 0,-13-48 0,10 40 0,1 1 0,0 0 0,-2-23 0,6 30 0,-1 1 0,1-1 0,-1 0 0,-1 1 0,1-1 0,-1 1 0,-2-6 0,3 9 0,0 1 0,0-1 0,0 1 0,0 0 0,0-1 0,0 1 0,-1 0 0,1 0 0,0 0 0,-1 0 0,1 0 0,-1 0 0,1 0 0,-1 0 0,0 1 0,1-1 0,-1 0 0,0 1 0,1 0 0,-1-1 0,0 1 0,0 0 0,1 0 0,-1 0 0,0 0 0,0 0 0,1 0 0,-3 1 0,-18 3 0,1 0 0,-29 11 0,30-8 0,0-1 0,0-1 0,-28 3 0,-20-5 0,1-3 0,-1-3 0,-125-22 0,-14 2 0,136 17 0,-658-10 0,465 19 0,124-3-1365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2EB1-6BAD-2C2B-84FE-D6C6C75BB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46914-254C-CA89-6BE7-2CB70D9EB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A9B8A-656F-D56F-8827-C15710C6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52A0-844D-7B11-ECDE-31845955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74BA-D5A2-1D60-89F0-E2E514AD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7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DE7F-D813-069E-1F5A-A880AD4C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F4BFA-C61C-F37F-08D3-AE9ABCA7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ACBE9-0E56-DF85-969D-D0E5FEC9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2A5C-0FEE-BC16-88A7-57864723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7573-AAC3-753D-C891-6CC1E24C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2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AAC4-75B5-752C-8FCE-5DD22F12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1F226-1FE5-84C9-8FCE-A77EFC2A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93A1-E5E8-123C-E4DE-26E1BA9F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202F-26BA-A016-BC4C-4AD2D109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17A92-AD7C-544A-DB06-E79A38F7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2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2A0E-373D-12A2-0A0E-108A6C2B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1839-70F4-7DC3-B3DE-F9C75A0DC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274FC-1705-B989-AAAE-2B6E27AB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729DD-14F9-02F9-B8DF-9247CAE4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839D-B57E-0848-8BF9-81FCC6801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AA210-F80F-6580-77B5-ADF744F9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0A5D-1C60-A976-6C65-73FF84B8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2A05-398D-9F9C-4F0A-00A7BA058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B920D-B6FB-DE3F-4511-82C1281B6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D9C86-925A-4B7A-A274-DFFE6B259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327AD-BB8B-2BDA-9787-877873E75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6901E-E735-DA03-2C43-A6A8A11A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F6814-12D4-2D95-E937-B17E42AD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B35B9-B914-B3FF-88EA-E13E8114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CE42-B2BA-D0D9-226B-5A5989E4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07AE3-D43F-4A76-4288-950E1F596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5BA76-B72F-D59E-9861-CC1489B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30C1C-34F4-1789-3A1E-9A87D2A9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5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1898E-EBCD-829E-E73B-580B7DA7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15E0-5113-2891-76FD-CFF7B9EE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92603-4BB4-CEA4-564C-05A7CF8B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1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AB5E-A7D2-4614-20B2-F99A5741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35A7B-8209-08A8-BA54-93C0EF8D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DC4C2-C746-7B71-EF0F-A83B329A4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71238-94E9-3EEF-B774-CA19E940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E6D57-BE95-A741-3DA4-F7D85582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E750B-FA8F-EA1D-09B8-A4EBC949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4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B0AB-EAAE-5596-DEBA-F954454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F20F8-5D31-C32F-5361-5B225F023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77F10-DB70-9D3B-3F37-A431AD81D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2421F-57FB-CCF9-626E-0E20AD74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C497C-1148-01FB-81A4-B7B90C54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1E27-94CB-B725-EB67-1DBF0089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9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3443-3B49-D32C-1CB4-885438EE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6FEA1-B7CE-7A1E-CF5C-0D3FD185F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00E6-A61A-E7ED-D886-CF0C9E0D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754B2-01EA-D7CC-3DDC-0CCF9627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D6FB-2DD5-FF40-226C-1EFC279F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EF7AC-2248-5DA4-AEE1-F64A4C0ED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A469A-A96E-8A59-58C5-B721DAEB4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1ABA-3C3A-D4F2-5331-1B40CED1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4535-0498-EBE9-D82F-5B6591D1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B5CAB-E687-82EB-4787-7E7A097B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3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98F60-CB1C-A0F8-EAFC-2EFFBAC4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896DC-0583-F387-AF1C-15D6BC8B6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DFAD-4F43-5E7B-0C57-F6ABD7FC7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5E1AA-B690-9227-D2CE-0265C97CB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AB27-BF98-2B3D-5D1C-DEC1A1757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6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DDE-9576-9358-4528-57251801B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Proxima Nova"/>
              </a:rPr>
              <a:t>R</a:t>
            </a:r>
            <a:r>
              <a:rPr lang="en-US" b="0" i="0" dirty="0">
                <a:solidFill>
                  <a:srgbClr val="000000"/>
                </a:solidFill>
                <a:effectLst/>
                <a:latin typeface="Proxima Nova"/>
              </a:rPr>
              <a:t>esolution Algorithm</a:t>
            </a:r>
            <a:br>
              <a:rPr lang="en-US" b="0" i="0" dirty="0">
                <a:solidFill>
                  <a:srgbClr val="000000"/>
                </a:solidFill>
                <a:effectLst/>
                <a:latin typeface="Proxima Nova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1A732-7F2A-CA0A-CCA8-934461E4B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Achilleas Tsakpinis</a:t>
            </a:r>
          </a:p>
          <a:p>
            <a:r>
              <a:rPr lang="de-DE" dirty="0"/>
              <a:t>18.11.2022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5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2FC95F-797B-B730-923F-75BE1118E0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From form with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de-DE" dirty="0"/>
                  <a:t> to CNF</a:t>
                </a: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2FC95F-797B-B730-923F-75BE1118E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C1DE7B-F3AC-302A-5234-2A122BAB7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b="0" i="0" dirty="0">
                <a:solidFill>
                  <a:srgbClr val="000000"/>
                </a:solidFill>
                <a:effectLst/>
                <a:latin typeface="Linux Libertine"/>
              </a:rPr>
              <a:t>1.</a:t>
            </a:r>
          </a:p>
          <a:p>
            <a:pPr marL="0" indent="0" algn="l">
              <a:buNone/>
            </a:pPr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marL="0" indent="0" algn="l">
              <a:buNone/>
            </a:pPr>
            <a:endParaRPr lang="de-DE" b="0" i="0" dirty="0">
              <a:solidFill>
                <a:srgbClr val="000000"/>
              </a:solidFill>
              <a:effectLst/>
              <a:latin typeface="Linux Libertine"/>
            </a:endParaRPr>
          </a:p>
          <a:p>
            <a:pPr marL="0" indent="0" algn="l">
              <a:buNone/>
            </a:pPr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marL="0" indent="0" algn="l">
              <a:buNone/>
            </a:pPr>
            <a:r>
              <a:rPr lang="de-DE" b="0" i="0" dirty="0">
                <a:solidFill>
                  <a:srgbClr val="000000"/>
                </a:solidFill>
                <a:effectLst/>
                <a:latin typeface="Linux Libertine"/>
              </a:rPr>
              <a:t>2. </a:t>
            </a:r>
          </a:p>
          <a:p>
            <a:pPr marL="0" indent="0" algn="l">
              <a:buNone/>
            </a:pPr>
            <a:endParaRPr lang="de-DE" b="0" i="0" dirty="0">
              <a:solidFill>
                <a:srgbClr val="000000"/>
              </a:solidFill>
              <a:effectLst/>
              <a:latin typeface="Linux Libertine"/>
            </a:endParaRPr>
          </a:p>
          <a:p>
            <a:pPr algn="l"/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algn="l"/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algn="l"/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algn="l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FBF21-6D22-D353-79C3-3E2ED944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490" y="1825625"/>
            <a:ext cx="567690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D383DF-DD89-A787-43C5-7A60AE3FE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490" y="4001294"/>
            <a:ext cx="7229475" cy="1047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4B278C-42E9-D170-5A8A-A62B54F3BED9}"/>
                  </a:ext>
                </a:extLst>
              </p14:cNvPr>
              <p14:cNvContentPartPr/>
              <p14:nvPr/>
            </p14:nvContentPartPr>
            <p14:xfrm>
              <a:off x="7136000" y="3259600"/>
              <a:ext cx="63360" cy="7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4B278C-42E9-D170-5A8A-A62B54F3BE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18000" y="3241960"/>
                <a:ext cx="990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65AE23-B40F-45DD-7E93-B6BB9CE0BBE7}"/>
                  </a:ext>
                </a:extLst>
              </p14:cNvPr>
              <p14:cNvContentPartPr/>
              <p14:nvPr/>
            </p14:nvContentPartPr>
            <p14:xfrm>
              <a:off x="7141400" y="2707000"/>
              <a:ext cx="42840" cy="87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65AE23-B40F-45DD-7E93-B6BB9CE0BB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3760" y="2689360"/>
                <a:ext cx="78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A30424-2CCA-12EB-8E71-2C05492DC176}"/>
                  </a:ext>
                </a:extLst>
              </p14:cNvPr>
              <p14:cNvContentPartPr/>
              <p14:nvPr/>
            </p14:nvContentPartPr>
            <p14:xfrm>
              <a:off x="5434640" y="2167000"/>
              <a:ext cx="72000" cy="81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A30424-2CCA-12EB-8E71-2C05492DC1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6640" y="2149360"/>
                <a:ext cx="1076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F496090-4409-3427-94E6-34C725D3FA68}"/>
                  </a:ext>
                </a:extLst>
              </p14:cNvPr>
              <p14:cNvContentPartPr/>
              <p14:nvPr/>
            </p14:nvContentPartPr>
            <p14:xfrm>
              <a:off x="3832968" y="1903464"/>
              <a:ext cx="921960" cy="346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F496090-4409-3427-94E6-34C725D3FA6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0328" y="1840824"/>
                <a:ext cx="104760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412559-9F61-AF8A-58D4-0954E6264EA1}"/>
                  </a:ext>
                </a:extLst>
              </p14:cNvPr>
              <p14:cNvContentPartPr/>
              <p14:nvPr/>
            </p14:nvContentPartPr>
            <p14:xfrm>
              <a:off x="3771048" y="2509704"/>
              <a:ext cx="1032120" cy="203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412559-9F61-AF8A-58D4-0954E6264E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08048" y="2446704"/>
                <a:ext cx="11577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117E37-7FDD-DAA7-D339-F143D4E04CB0}"/>
                  </a:ext>
                </a:extLst>
              </p14:cNvPr>
              <p14:cNvContentPartPr/>
              <p14:nvPr/>
            </p14:nvContentPartPr>
            <p14:xfrm>
              <a:off x="3797688" y="2998944"/>
              <a:ext cx="952920" cy="264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117E37-7FDD-DAA7-D339-F143D4E04C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4688" y="2936304"/>
                <a:ext cx="107856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DFB6DC-72ED-A8BD-444F-776FE685A31C}"/>
                  </a:ext>
                </a:extLst>
              </p14:cNvPr>
              <p14:cNvContentPartPr/>
              <p14:nvPr/>
            </p14:nvContentPartPr>
            <p14:xfrm>
              <a:off x="4119528" y="4053384"/>
              <a:ext cx="966240" cy="293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DFB6DC-72ED-A8BD-444F-776FE685A31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56888" y="3990744"/>
                <a:ext cx="109188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147AA5-8CD2-C9A4-82B6-2F814392F5B2}"/>
                  </a:ext>
                </a:extLst>
              </p14:cNvPr>
              <p14:cNvContentPartPr/>
              <p14:nvPr/>
            </p14:nvContentPartPr>
            <p14:xfrm>
              <a:off x="4137528" y="4529304"/>
              <a:ext cx="985680" cy="402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147AA5-8CD2-C9A4-82B6-2F814392F5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74888" y="4466304"/>
                <a:ext cx="1111320" cy="5281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Arrow: Right 16">
            <a:extLst>
              <a:ext uri="{FF2B5EF4-FFF2-40B4-BE49-F238E27FC236}">
                <a16:creationId xmlns:a16="http://schemas.microsoft.com/office/drawing/2014/main" id="{8340D6D3-7DEB-8AB0-6275-549BC77DBDC0}"/>
              </a:ext>
            </a:extLst>
          </p:cNvPr>
          <p:cNvSpPr/>
          <p:nvPr/>
        </p:nvSpPr>
        <p:spPr>
          <a:xfrm>
            <a:off x="3844683" y="1950248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28AD900-7573-3C49-FD27-3C90CC29FE56}"/>
              </a:ext>
            </a:extLst>
          </p:cNvPr>
          <p:cNvSpPr/>
          <p:nvPr/>
        </p:nvSpPr>
        <p:spPr>
          <a:xfrm>
            <a:off x="3844683" y="3043634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5493FE7-72D2-D3B9-041C-17ED909B4B42}"/>
              </a:ext>
            </a:extLst>
          </p:cNvPr>
          <p:cNvSpPr/>
          <p:nvPr/>
        </p:nvSpPr>
        <p:spPr>
          <a:xfrm>
            <a:off x="4270831" y="4096154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76B6A0D-F6AD-A49E-F9F7-ECD6C97B63A1}"/>
              </a:ext>
            </a:extLst>
          </p:cNvPr>
          <p:cNvSpPr/>
          <p:nvPr/>
        </p:nvSpPr>
        <p:spPr>
          <a:xfrm>
            <a:off x="3844683" y="2473680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6CE860D-3128-8F41-853C-854DC98420A3}"/>
              </a:ext>
            </a:extLst>
          </p:cNvPr>
          <p:cNvSpPr/>
          <p:nvPr/>
        </p:nvSpPr>
        <p:spPr>
          <a:xfrm>
            <a:off x="4270830" y="4628680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7C2E684-DAFE-53CC-3BB8-4A6F0BF7710C}"/>
              </a:ext>
            </a:extLst>
          </p:cNvPr>
          <p:cNvSpPr/>
          <p:nvPr/>
        </p:nvSpPr>
        <p:spPr>
          <a:xfrm rot="10800000">
            <a:off x="3698869" y="1972223"/>
            <a:ext cx="785685" cy="2199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23060D5-7CB9-F672-567F-7F64F8A5A5B9}"/>
              </a:ext>
            </a:extLst>
          </p:cNvPr>
          <p:cNvSpPr/>
          <p:nvPr/>
        </p:nvSpPr>
        <p:spPr>
          <a:xfrm rot="10800000">
            <a:off x="3703774" y="2495318"/>
            <a:ext cx="785685" cy="2199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008A828-8EA9-6B05-8D6B-D940E44E4A09}"/>
              </a:ext>
            </a:extLst>
          </p:cNvPr>
          <p:cNvSpPr/>
          <p:nvPr/>
        </p:nvSpPr>
        <p:spPr>
          <a:xfrm rot="10800000">
            <a:off x="3698869" y="3063418"/>
            <a:ext cx="785685" cy="2199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706B51E3-EF10-BE48-8900-418A0BB3E3DF}"/>
              </a:ext>
            </a:extLst>
          </p:cNvPr>
          <p:cNvSpPr/>
          <p:nvPr/>
        </p:nvSpPr>
        <p:spPr>
          <a:xfrm rot="10800000">
            <a:off x="4091712" y="4114800"/>
            <a:ext cx="785685" cy="2323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1644361-E892-5A38-7B76-970ED64F0640}"/>
              </a:ext>
            </a:extLst>
          </p:cNvPr>
          <p:cNvSpPr/>
          <p:nvPr/>
        </p:nvSpPr>
        <p:spPr>
          <a:xfrm rot="10800000">
            <a:off x="4096216" y="4663439"/>
            <a:ext cx="785685" cy="196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4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C95F-797B-B730-923F-75BE1118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FC1DE7B-F3AC-302A-5234-2A122BAB7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3600" b="0" i="0" dirty="0">
                    <a:solidFill>
                      <a:srgbClr val="000000"/>
                    </a:solidFill>
                    <a:effectLst/>
                    <a:latin typeface="Linux Libertine"/>
                  </a:rPr>
                  <a:t>Conjunctive Normal </a:t>
                </a:r>
                <a:r>
                  <a:rPr lang="en-US" sz="3600" dirty="0">
                    <a:solidFill>
                      <a:srgbClr val="000000"/>
                    </a:solidFill>
                    <a:latin typeface="Linux Libertine"/>
                  </a:rPr>
                  <a:t>F</a:t>
                </a:r>
                <a:r>
                  <a:rPr lang="en-US" sz="3600" b="0" i="0" dirty="0">
                    <a:solidFill>
                      <a:srgbClr val="000000"/>
                    </a:solidFill>
                    <a:effectLst/>
                    <a:latin typeface="Linux Libertine"/>
                  </a:rPr>
                  <a:t>orm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==( 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32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endParaRPr lang="de-DE" sz="3200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2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,{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}}==(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∧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3200" dirty="0"/>
              </a:p>
              <a:p>
                <a:pPr marL="457200" lvl="1" indent="0">
                  <a:buNone/>
                </a:pPr>
                <a:endParaRPr lang="en-US" sz="32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FC1DE7B-F3AC-302A-5234-2A122BAB7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47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71F7-DF61-5992-AD6A-38046C9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C3CB-B873-5DE9-A1C9-4B767ECC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while</a:t>
            </a:r>
            <a:r>
              <a:rPr lang="en-US" sz="3600" dirty="0"/>
              <a:t> 𝐹 does not contain { } {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if</a:t>
            </a:r>
            <a:r>
              <a:rPr lang="en-US" sz="3200" dirty="0"/>
              <a:t> 𝐹 contains two clauses 𝐾1, 𝐾2 with resolvent 𝑅,</a:t>
            </a:r>
          </a:p>
          <a:p>
            <a:pPr marL="457200" lvl="1" indent="0">
              <a:buNone/>
            </a:pPr>
            <a:r>
              <a:rPr lang="en-US" sz="3200" dirty="0"/>
              <a:t>with 𝑅 ∉ 𝐹(= 𝑅 is not clause of 𝐹)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then</a:t>
            </a:r>
            <a:r>
              <a:rPr lang="en-US" sz="3200" dirty="0"/>
              <a:t> add 𝑅 as new clause to 𝐹;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else</a:t>
            </a:r>
            <a:r>
              <a:rPr lang="en-US" sz="3200" dirty="0"/>
              <a:t> return „ fulfillable”; </a:t>
            </a:r>
          </a:p>
          <a:p>
            <a:pPr marL="457200" lvl="1" indent="0">
              <a:buNone/>
            </a:pPr>
            <a:r>
              <a:rPr lang="en-US" sz="3200" dirty="0"/>
              <a:t>} </a:t>
            </a:r>
          </a:p>
          <a:p>
            <a:pPr marL="0" indent="0">
              <a:buNone/>
            </a:pPr>
            <a:r>
              <a:rPr lang="en-US" sz="3600" dirty="0"/>
              <a:t>return „not fulfillable“;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ACA24-438A-2BB6-90C9-03B7FC8D6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429" y="365125"/>
            <a:ext cx="1986921" cy="17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7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11BCB-D7B4-65F0-8863-CCE70290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381125"/>
            <a:ext cx="80105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AA181-3087-D168-7EBA-B5BD4B28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1323975"/>
            <a:ext cx="80486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7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AA0C6-2A0F-7C96-D3E1-05A8BB02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509712"/>
            <a:ext cx="80772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8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838B3-7F55-800B-D025-CA2D74DB1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1504950"/>
            <a:ext cx="79724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2E6EF-216B-76F9-D2E4-D17ECE59B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509712"/>
            <a:ext cx="79819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09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CB630-DBAC-170E-4914-EAA84523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826" y="365125"/>
            <a:ext cx="8020050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9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A32B7-6B8B-4D70-511A-868C1F71C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325" y="265440"/>
            <a:ext cx="5383675" cy="642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95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1ED7-480D-5C1A-71B6-35DF9665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DC09-920B-6119-B5F3-48A4AAFBF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3200" dirty="0"/>
              <a:t>1. </a:t>
            </a:r>
            <a:r>
              <a:rPr lang="de-DE" sz="3200" dirty="0" err="1"/>
              <a:t>Terminates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every</a:t>
            </a:r>
            <a:r>
              <a:rPr lang="de-DE" sz="3200" dirty="0"/>
              <a:t> </a:t>
            </a:r>
            <a:r>
              <a:rPr lang="de-DE" sz="3200" dirty="0" err="1"/>
              <a:t>formular</a:t>
            </a:r>
            <a:endParaRPr lang="de-DE" sz="3200" dirty="0"/>
          </a:p>
          <a:p>
            <a:pPr marL="0" indent="0">
              <a:buNone/>
            </a:pPr>
            <a:r>
              <a:rPr lang="de-DE" sz="3200" dirty="0"/>
              <a:t>2. </a:t>
            </a:r>
            <a:r>
              <a:rPr lang="de-DE" sz="3200" dirty="0" err="1"/>
              <a:t>If</a:t>
            </a:r>
            <a:r>
              <a:rPr lang="de-DE" sz="3200" dirty="0"/>
              <a:t> </a:t>
            </a:r>
            <a:r>
              <a:rPr lang="de-DE" sz="3200" dirty="0" err="1"/>
              <a:t>formular</a:t>
            </a:r>
            <a:r>
              <a:rPr lang="de-DE" sz="3200" dirty="0"/>
              <a:t> </a:t>
            </a:r>
            <a:r>
              <a:rPr lang="de-DE" sz="3200" dirty="0" err="1"/>
              <a:t>is</a:t>
            </a:r>
            <a:r>
              <a:rPr lang="de-DE" sz="3200" dirty="0"/>
              <a:t> </a:t>
            </a:r>
            <a:r>
              <a:rPr lang="de-DE" sz="3200" dirty="0" err="1"/>
              <a:t>fulfillable</a:t>
            </a:r>
            <a:r>
              <a:rPr lang="de-DE" sz="3200" dirty="0"/>
              <a:t> then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algorithm</a:t>
            </a:r>
            <a:r>
              <a:rPr lang="de-DE" sz="3200" dirty="0"/>
              <a:t> </a:t>
            </a:r>
            <a:r>
              <a:rPr lang="de-DE" sz="3200" dirty="0" err="1"/>
              <a:t>returns</a:t>
            </a:r>
            <a:r>
              <a:rPr lang="de-DE" sz="3200" dirty="0"/>
              <a:t> „</a:t>
            </a:r>
            <a:r>
              <a:rPr lang="de-DE" sz="3200" dirty="0" err="1"/>
              <a:t>fulfillable</a:t>
            </a:r>
            <a:r>
              <a:rPr lang="de-DE" sz="3200" dirty="0"/>
              <a:t>“</a:t>
            </a:r>
          </a:p>
          <a:p>
            <a:pPr marL="0" indent="0">
              <a:buNone/>
            </a:pPr>
            <a:r>
              <a:rPr lang="de-DE" sz="3200" dirty="0"/>
              <a:t>3. </a:t>
            </a:r>
            <a:r>
              <a:rPr lang="de-DE" sz="3200" dirty="0" err="1"/>
              <a:t>If</a:t>
            </a:r>
            <a:r>
              <a:rPr lang="de-DE" sz="3200" dirty="0"/>
              <a:t> </a:t>
            </a:r>
            <a:r>
              <a:rPr lang="de-DE" sz="3200" dirty="0" err="1"/>
              <a:t>formular</a:t>
            </a:r>
            <a:r>
              <a:rPr lang="de-DE" sz="3200" dirty="0"/>
              <a:t> </a:t>
            </a:r>
            <a:r>
              <a:rPr lang="de-DE" sz="3200" dirty="0" err="1"/>
              <a:t>is</a:t>
            </a:r>
            <a:r>
              <a:rPr lang="de-DE" sz="3200" dirty="0"/>
              <a:t> NOT </a:t>
            </a:r>
            <a:r>
              <a:rPr lang="de-DE" sz="3200" dirty="0" err="1"/>
              <a:t>fulfillable</a:t>
            </a:r>
            <a:r>
              <a:rPr lang="de-DE" sz="3200" dirty="0"/>
              <a:t> then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algorithm</a:t>
            </a:r>
            <a:r>
              <a:rPr lang="de-DE" sz="3200" dirty="0"/>
              <a:t> </a:t>
            </a:r>
            <a:r>
              <a:rPr lang="de-DE" sz="3200" dirty="0" err="1"/>
              <a:t>returns</a:t>
            </a:r>
            <a:r>
              <a:rPr lang="de-DE" sz="3200" dirty="0"/>
              <a:t> </a:t>
            </a:r>
          </a:p>
          <a:p>
            <a:pPr marL="0" indent="0">
              <a:buNone/>
            </a:pPr>
            <a:r>
              <a:rPr lang="de-DE" sz="3200" dirty="0"/>
              <a:t>„not </a:t>
            </a:r>
            <a:r>
              <a:rPr lang="de-DE" sz="3200" dirty="0" err="1"/>
              <a:t>fulfillable</a:t>
            </a:r>
            <a:r>
              <a:rPr lang="de-DE" sz="3200" dirty="0"/>
              <a:t>“</a:t>
            </a:r>
          </a:p>
          <a:p>
            <a:pPr marL="0" indent="0">
              <a:buNone/>
            </a:pP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350113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Linux Libertine</vt:lpstr>
      <vt:lpstr>Proxima Nova</vt:lpstr>
      <vt:lpstr>Office Theme</vt:lpstr>
      <vt:lpstr>Resolution Algorithm </vt:lpstr>
      <vt:lpstr>From form with ∨ and ∧ to CNF</vt:lpstr>
      <vt:lpstr>Basics</vt:lpstr>
      <vt:lpstr>Algorithm</vt:lpstr>
      <vt:lpstr>Example</vt:lpstr>
      <vt:lpstr>Example</vt:lpstr>
      <vt:lpstr>Example</vt:lpstr>
      <vt:lpstr>Example</vt:lpstr>
      <vt:lpstr>Example</vt:lpstr>
      <vt:lpstr>Example</vt:lpstr>
      <vt:lpstr>Example</vt:lpstr>
      <vt:lpstr>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Resolution Algorithm</dc:title>
  <dc:creator>Tsakpinis, Achilleas</dc:creator>
  <cp:lastModifiedBy>Tsakpinis, Achilleas</cp:lastModifiedBy>
  <cp:revision>1</cp:revision>
  <dcterms:created xsi:type="dcterms:W3CDTF">2022-10-11T14:05:54Z</dcterms:created>
  <dcterms:modified xsi:type="dcterms:W3CDTF">2022-10-11T15:02:37Z</dcterms:modified>
</cp:coreProperties>
</file>