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59" r:id="rId8"/>
    <p:sldId id="260" r:id="rId9"/>
    <p:sldId id="266" r:id="rId10"/>
    <p:sldId id="267" r:id="rId11"/>
    <p:sldId id="268" r:id="rId12"/>
    <p:sldId id="269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0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2T13:52:07.3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248 417 24575,'685'0'0,"-679"0"0,-1 0 0,1 0 0,-1 1 0,1 0 0,-1 0 0,9 2 0,-13-2 0,0-1 0,1 1 0,-1 0 0,1 0 0,-1 0 0,0 0 0,0 0 0,1 0 0,-1 0 0,0 0 0,0 0 0,0 1 0,0-1 0,0 0 0,-1 1 0,1-1 0,0 1 0,-1-1 0,1 1 0,-1-1 0,1 1 0,-1-1 0,0 1 0,1-1 0,-1 1 0,0-1 0,0 3 0,-1 7 0,0-1 0,-1 0 0,0-1 0,-1 1 0,0 0 0,0-1 0,-1 1 0,-1-1 0,1 0 0,-1 0 0,-1-1 0,0 1 0,0-1 0,-8 7 0,-14 16 0,-1-2 0,-35 26 0,58-49 0,-1 0 0,-1-1 0,1 0 0,-1 0 0,0 0 0,0-1 0,-1-1 0,1 1 0,-1-1 0,0-1 0,1 1 0,-1-1 0,0-1 0,-1 0 0,1 0 0,0-1 0,-12-1 0,-1-1 0,1-1 0,-1-2 0,1 0 0,-1-1 0,1-1 0,1-1 0,0 0 0,-25-16 0,33 17 0,1-1 0,-1-1 0,1 0 0,1 0 0,0-1 0,0 0 0,1-1 0,-13-19 0,12 16 0,-1 0 0,0 1 0,-2 0 0,-23-20 0,25 27 0,0 0 0,0 0 0,0 1 0,-17-5 0,16 7 0,1-2 0,0 1 0,0-1 0,0-1 0,-10-7 0,-10-8 0,26 18 0,0 1 0,1-1 0,-1 0 0,1 0 0,-1-1 0,1 1 0,0-1 0,0 0 0,1 0 0,-1 0 0,1-1 0,0 1 0,0-1 0,0 0 0,1 0 0,-1 0 0,1 0 0,1 0 0,-3-11 0,3 5 0,0 0 0,2 1 0,-1-1 0,1 0 0,1 1 0,0-1 0,0 1 0,1-1 0,0 1 0,1 0 0,0 0 0,1 1 0,9-15 0,4-5 0,1 2 0,1 0 0,25-25 0,-40 48 0,0 0 0,-1 1 0,1-1 0,1 1 0,-1 0 0,0 0 0,1 0 0,-1 1 0,1 0 0,0 0 0,0 0 0,0 1 0,0-1 0,8 1 0,12-1 0,-1 2 0,31 3 0,-11-1 0,60-3 0,64 4 0,-143 0 0,0 2 0,44 14 0,11 2 0,239 66 0,-163-40 0,10 8 0,-80-24 0,-34-12 0,-31-10 0,0-2 0,0 0 0,0-1 0,1-1 0,28 2 0,-16-3 0,-1 1 0,45 13 0,-38-9 0,44 6 0,213-11 0,-165-6 0,-112 1 0,-1 1 0,-38 6 0,-386 57 0,403-63 0,-181 26 0,-211 17 0,254-29 0,87-7 0,-57 0 0,83-7-1365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2T13:58:07.8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278 1101 24575,'2'41'0,"1"-1"0,2 0 0,12 47 0,43 113 0,79 138 0,-107-266 0,-12-37 0,-20-35 0,0 1 0,0-1 0,0 0 0,0 0 0,1 0 0,-1 0 0,0 1 0,0-1 0,0 0 0,0 0 0,1 0 0,-1 0 0,0 0 0,0 0 0,0 0 0,0 0 0,1 0 0,-1 1 0,0-1 0,0 0 0,0 0 0,1 0 0,-1 0 0,0 0 0,0 0 0,0 0 0,1 0 0,-1 0 0,0-1 0,0 1 0,0 0 0,1 0 0,-1 0 0,0 0 0,0 0 0,0 0 0,0 0 0,1 0 0,-1 0 0,0-1 0,0 1 0,0 0 0,0 0 0,1 0 0,-1 0 0,0-1 0,0 1 0,5-24 0,-5-28 0,-3-1 0,-2 1 0,-13-62 0,3 23 0,6 30 0,-19-66 0,28 126 0,0 0 0,0 1 0,-1-1 0,1 0 0,0 0 0,0 0 0,0 0 0,-1 1 0,1-1 0,0 0 0,-1 0 0,1 1 0,-1-1 0,1 0 0,-1 1 0,1-1 0,-1 1 0,0-1 0,1 0 0,-1 1 0,0-1 0,1 1 0,-1 0 0,0-1 0,1 1 0,-1 0 0,0-1 0,0 1 0,0 0 0,1 0 0,-1-1 0,0 1 0,0 0 0,0 0 0,1 0 0,-1 0 0,0 0 0,0 0 0,0 0 0,0 1 0,1-1 0,-1 0 0,0 0 0,0 1 0,1-1 0,-1 0 0,0 1 0,0-1 0,1 1 0,-2 0 0,-4 4 0,0-1 0,1 1 0,0 0 0,-8 10 0,-49 67 0,-18 22 0,70-93 0,-1-1 0,0 1 0,0-2 0,-1 0 0,0 0 0,-23 12 0,27-18 0,-1 0 0,1 0 0,0-1 0,-1 0 0,0-1 0,1 0 0,-1 0 0,-16-1 0,21 0 0,-1 0 0,1 0 0,0-1 0,-1 0 0,1 1 0,0-1 0,-1-1 0,1 1 0,0-1 0,0 0 0,0 0 0,0 0 0,0 0 0,1-1 0,-1 1 0,1-1 0,0 0 0,-6-5 0,9 6 0,-1 0 0,0 1 0,0-1 0,1 0 0,-1 1 0,1-1 0,-1 0 0,1 0 0,0 1 0,0-1 0,0 0 0,0 0 0,0 0 0,0 0 0,0 1 0,1-1 0,-1 0 0,1 0 0,-1 1 0,1-1 0,0 0 0,1-2 0,25-37 0,-19 31 0,175-216 0,-172 209 0,-1 0 0,-1-1 0,0 0 0,-1 0 0,-1-1 0,-1 0 0,0 0 0,-2 0 0,0-1 0,1-20 0,-1-26 0,-7-109 0,1 141 0,-2 1 0,-1-1 0,-1 1 0,-2 0 0,-17-45 0,-10 10 0,28 58 0,1 0 0,0-1 0,1 1 0,0-1 0,0-1 0,2 1 0,-1-1 0,1 1 0,-2-22 0,4 18 0,-1-7 0,1 0 0,1 0 0,1 0 0,0 0 0,9-35 0,-7 48 0,0 0 0,0 0 0,2 0 0,-1 1 0,1-1 0,0 1 0,0 1 0,1-1 0,11-11 0,-12 15 0,0 0 0,0 0 0,1 0 0,0 1 0,-1 0 0,1 0 0,1 0 0,-1 1 0,0 0 0,0 0 0,1 0 0,-1 1 0,1 0 0,9 0 0,57-1 0,0 4 0,0 3 0,0 3 0,118 29 0,-104-18 0,0-3 0,1-4 0,134 1 0,-77-13 0,171-22 0,-206 6 0,236-26 0,-92 38 0,34-4 0,-151-8 0,-30 3 0,132 0 0,25 14 0,228 9 0,319 33 0,-673-41 0,284-5 0,-262-10 0,45-1 0,-139 15 0,-14 1 0,0-3 0,0-1 0,0-3 0,61-14 0,-64 9 0,86-7 0,-117 15 0,23-4 0,50-13 0,-65 12 0,0 1 0,1 1 0,0 1 0,-1 2 0,30 1 0,-54 1 0,1 0 0,-1 1 0,1-1 0,-1 1 0,0-1 0,1 1 0,-1 0 0,0 0 0,0 0 0,1 1 0,-1-1 0,0 0 0,0 1 0,0 0 0,-1-1 0,1 1 0,0 0 0,-1 0 0,1 0 0,-1 0 0,1 0 0,-1 0 0,0 0 0,0 0 0,0 1 0,1 2 0,1 6 0,0 1 0,0 0 0,-2 0 0,2 14 0,-1-4 0,7 72 0,-5 0 0,-7 105 0,-2-157 0,-1-1 0,-22 74 0,16-76 0,3 2 0,1-1 0,-3 49 0,12 38 0,-1 27 0,-17-56 0,7-44 0,-1 1 0,6-34 0,1 1 0,-3 36 0,7-22 0,1-18 0,-1 1 0,-1 0 0,-1-1 0,-6 30 0,7-43 0,-1-1 0,1 0 0,-1 0 0,1 0 0,-1 0 0,0 0 0,-1-1 0,1 1 0,-1-1 0,0 1 0,1-1 0,-1 0 0,-1 0 0,1 0 0,0 0 0,-1-1 0,1 0 0,-1 1 0,0-1 0,0 0 0,0-1 0,0 1 0,0-1 0,0 0 0,-5 1 0,-27 3 0,0-3 0,0 0 0,-52-6 0,6 1 0,-41 4 0,-93-3 0,107-9 0,-47-3 0,-730 11 0,457 6 0,163-2 0,-288-3 0,141-22 0,86 11 0,-204-3 0,-756 16 0,1259 1 0,-1-2 0,0-1 0,1-1 0,-1-1 0,1-2 0,-40-13 0,58 14 0,-1-1 0,1 0 0,0 0 0,1-1 0,-1-1 0,1 1 0,1-2 0,-1 1 0,2-1 0,-1 0 0,1-1 0,0 1 0,1-1 0,1-1 0,-1 1 0,1-1 0,-3-13 0,-4-11 0,2 0 0,1-1 0,2-1 0,-2-43 0,3-329 0,9 220 0,-5 106 0,4-96 0,-1 176 0,-1 1 0,1-1 0,-1 1 0,1-1 0,0 1 0,0-1 0,0 1 0,0 0 0,0-1 0,0 1 0,1 0 0,-1 0 0,1 0 0,0 0 0,-1 0 0,1 1 0,0-1 0,0 0 0,0 1 0,1-1 0,-1 1 0,0 0 0,0 0 0,1 0 0,-1 0 0,0 0 0,1 0 0,4 0 0,6-2 0,1 2 0,0-1 0,0 2 0,16 0 0,-14 1 0,134 2 0,118 0 0,-211-5 0,0-3 0,92-20 0,-9-10 0,111-25 0,-183 47 0,121-6 0,368 18 0,-273 3 0,-46-3 0,246 3 0,4 26 0,-130-5 0,-25 3 0,-81-4 0,13-16 0,36 3 0,268 8 0,-492-18 0,-7-6 0,-11 0 0,-57 7 0,1 0 0,-1 0 0,0 0 0,0 0 0,0 1 0,0-1 0,0 1 0,0 0 0,0-1 0,-1 1 0,1 0 0,0 0 0,0 0 0,-1 1 0,1-1 0,0 0 0,-1 1 0,1-1 0,-1 1 0,0-1 0,1 1 0,-1-1 0,0 1 0,0 0 0,0 0 0,0 0 0,0 0 0,-1 0 0,1 0 0,0 0 0,-1 2 0,3 9 0,-1-1 0,-1 0 0,0 1 0,-1 13 0,1-14 0,-5 73 0,-3 0 0,-31 145 0,21-140 0,-2 79 0,17-124 0,-2-1 0,-2 1 0,-21 74 0,10-46 0,14-56 0,0-1 0,-1 1 0,-1-1 0,0-1 0,-14 28 0,18-41 0,0 0 0,0 0 0,-1 0 0,1 0 0,-1 0 0,1 0 0,-1 0 0,0-1 0,1 1 0,-1 0 0,0-1 0,0 0 0,0 1 0,0-1 0,-1 0 0,1 0 0,0 0 0,0 0 0,-1-1 0,-1 2 0,1-2 0,1-1 0,-1 1 0,1 0 0,-1-1 0,1 1 0,-1-1 0,1 0 0,0 0 0,-1 0 0,1 0 0,0 0 0,0-1 0,0 1 0,0 0 0,0-1 0,-2-2 0,-7-7 0,0-2 0,1 1 0,1-1 0,-14-25 0,18 30 0,-18-39 0,18 34 0,0 1 0,-1 1 0,-14-21 0,17 29 0,1 0 0,-1 0 0,0 0 0,0 1 0,0-1 0,0 1 0,0 0 0,0 0 0,-1 0 0,1 0 0,-1 0 0,1 1 0,-1 0 0,0 0 0,1 0 0,-1 0 0,-5 0 0,-61-3 0,-70 7 0,39 0 0,-883-2 0,811 13 0,-4-1 0,-475 2 0,-420-3 0,676-14 0,-315 2 0,685-2 0,-1-2 0,1 0 0,0-2 0,1-1 0,0-1 0,-31-14 0,30 12 0,-12-5 0,0 2 0,0 2 0,-1 2 0,-1 1 0,1 2 0,-70-2 0,104 9 0,1-1 0,-1 0 0,1-1 0,-1 1 0,1-1 0,-1 0 0,1 0 0,0 0 0,-9-4 0,11 3 0,0 0 0,0 1 0,0-1 0,0 0 0,0 0 0,0 0 0,0 0 0,1-1 0,-1 1 0,1 0 0,0-1 0,-1 1 0,1-1 0,0 1 0,1-1 0,-1 0 0,0 1 0,0-4 0,-11-79 0,4 0 0,5-160 0,4 139 0,-1 102 0,0 1 0,0-1 0,0 1 0,0-1 0,1 1 0,-1 0 0,1-1 0,0 1 0,0-1 0,0 1 0,1 0 0,-1 0 0,1 0 0,0 0 0,2-4 0,-1 5 0,0-1 0,0 1 0,0 0 0,0 0 0,0 1 0,0-1 0,1 1 0,-1-1 0,1 1 0,-1 0 0,1 0 0,-1 1 0,1-1 0,5 1 0,41-2 0,0 2 0,0 2 0,53 9 0,-17-1 0,87 7 0,474 27 0,-155-58 0,-51 0 0,972 14 0,-649 1 0,-570-15 0,2-1 0,173-11 0,-19 0 0,-308 29 0,-42-3 0,0 0 0,1 0 0,-1 1 0,1-1 0,-1 0 0,1 0 0,-1 0 0,0 0 0,1 1 0,-1-1 0,1 0 0,-1 0 0,0 1 0,1-1 0,-1 0 0,0 1 0,1-1 0,-1 0 0,0 1 0,1-1 0,-1 0 0,0 1 0,0-1 0,0 1 0,1-1 0,-1 0 0,0 1 0,0 0 0,-1 1 0,1-1 0,-1 0 0,1 0 0,-1 0 0,1 0 0,-1-1 0,0 1 0,1 0 0,-1 0 0,0 0 0,0 0 0,1-1 0,-1 1 0,0 0 0,0-1 0,-1 1 0,-43 29 0,0-2 0,-2-2 0,-1-2 0,-71 24 0,-208 51 0,-5-25 0,-32 9 0,323-70 0,26-8 0,1 0 0,-2-2 0,1 1 0,0-2 0,-26 2 0,-208-6 0,-197 3 0,251 11 0,-64 1 0,-360 28 0,-8-1 0,591-38 0,-51 9 0,52-6 0,-49 2 0,-10-6 0,-247-4 0,218-10 0,-24 0 0,115 11 0,1-2 0,0-1 0,-44-13 0,-5 0 0,-17-4-1365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2T14:15:07.034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2T14:13:36.5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1159 326 24575,'-2'0'0,"-1"0"0,1 0 0,-1-1 0,1 1 0,-1-1 0,1 1 0,-1-1 0,1 0 0,-1 0 0,1 0 0,0 0 0,0 0 0,-1 0 0,1-1 0,0 1 0,0-1 0,0 0 0,1 1 0,-3-3 0,1 0 0,1 0 0,-1 0 0,1 0 0,0 0 0,0 0 0,1-1 0,-1 1 0,1-1 0,-1-7 0,0-4 0,1-1 0,0 1 0,1-1 0,5-28 0,-2 28 0,0 0 0,1 0 0,0 1 0,2 0 0,0 0 0,12-24 0,-18 39 0,0 1 0,0 0 0,0 0 0,0 0 0,0 0 0,0 0 0,0 0 0,0-1 0,0 1 0,0 0 0,0 0 0,0 0 0,0 0 0,0 0 0,1 0 0,-1-1 0,0 1 0,0 0 0,0 0 0,0 0 0,0 0 0,0 0 0,0 0 0,0 0 0,0 0 0,0-1 0,1 1 0,-1 0 0,0 0 0,0 0 0,0 0 0,0 0 0,0 0 0,0 0 0,0 0 0,1 0 0,-1 0 0,0 0 0,0 0 0,0 0 0,0 0 0,0 0 0,0 0 0,1 0 0,-1 0 0,0 0 0,0 0 0,0 0 0,0 0 0,0 0 0,0 0 0,1 0 0,-1 0 0,0 0 0,0 0 0,0 0 0,0 0 0,0 1 0,0-1 0,0 0 0,1 0 0,0 12 0,-3 19 0,-5 7 0,-2-1 0,-1 0 0,-1-1 0,-27 57 0,47-114 0,-1-1 0,7-32 0,-1 2 0,24-50 0,-72 136 0,14-16 0,-3 6 0,13-13 0,0 0 0,0-1 0,-1-1 0,0 0 0,-23 14 0,34-23 0,0 1 0,-1-1 0,1 0 0,0 0 0,0 0 0,0 0 0,0 0 0,-1 0 0,1 0 0,0-1 0,0 1 0,0 0 0,0 0 0,-1 0 0,1 0 0,0 0 0,0 0 0,0 0 0,0 0 0,0 0 0,0 0 0,-1 0 0,1 0 0,0-1 0,0 1 0,0 0 0,0 0 0,0 0 0,0 0 0,0 0 0,0-1 0,-1 1 0,1 0 0,0 0 0,0 0 0,0 0 0,0 0 0,0-1 0,0 1 0,0 0 0,0 0 0,0 0 0,0 0 0,0-1 0,0 1 0,0-15 0,3-12 0,-2 18 0,0 0 0,1 0 0,0 0 0,0 1 0,1-1 0,0 1 0,1 0 0,0 0 0,7-11 0,-11 18 0,0 1 0,0 0 0,0 0 0,1 0 0,-1 0 0,0 0 0,0 0 0,0 0 0,1 0 0,-1 0 0,0 0 0,0 0 0,1 0 0,-1 0 0,0 0 0,0 0 0,1 0 0,-1 0 0,0 0 0,0 0 0,0 0 0,1 0 0,-1 0 0,0 0 0,0 0 0,0 0 0,1 1 0,-1-1 0,0 0 0,0 0 0,0 0 0,1 0 0,-1 0 0,0 1 0,0-1 0,0 0 0,0 0 0,0 0 0,0 1 0,0-1 0,1 0 0,-1 0 0,0 0 0,0 1 0,0-1 0,0 0 0,0 0 0,0 1 0,0-1 0,0 0 0,0 0 0,0 1 0,0-1 0,0 0 0,0 0 0,0 0 0,0 1 0,0-1 0,-1 0 0,1 0 0,0 1 0,1 17 0,-3 0 0,0 1 0,-2 0 0,0-1 0,-13 33 0,7-25 0,-6 36 0,22-101 0,-1 0 0,-2-1 0,-3-42 0,-1 91 0,0 1 0,-1-1 0,-1 0 0,1 1 0,-7 12 0,1 2 0,-43 99 0,79-195 0,38-147 0,-69 228 0,-1-1 0,1 0 0,-1 0 0,-1 0 0,-7 9 0,0 4 0,-22 31 0,17-25 0,0 0 0,-13 32 0,90-150 0,-39 44 0,7-11 0,-31 62 0,-1 1 0,0-1 0,0-1 0,0 1 0,-7 4 0,-7 6 0,8-4 0,-9 6 0,2 1 0,0 1 0,-22 28 0,45-50 0,-1 0 0,1 0 0,0 0 0,0 1 0,8-3 0,9-6 0,6-9 0,-21 15 0,0 0 0,0 0 0,13-5 0,-29 43 0,-26 16 0,-46 55 0,-15 18 0,-223 337 0,272-395 0,27-38 0,16-20 0,5-9 0,73-106 0,-34 47 0,2 1 0,3 3 0,59-59 0,-103 117 0,20-18 0,-13 16 0,-9 16 0,-11 18 0,-2 0 0,-2-1 0,-1-1 0,-26 38 0,18-29 0,-156 236 0,41-64 0,213-300 0,1-22 0,44-58 0,-108 159 0,-10 19 0,-10 23 0,-104 223 0,26-68 0,125-243 0,27-75 0,-35 68 0,56-88 0,-79 146 0,-6 13 0,-6 17 0,-20 59 0,-4-1 0,-3-1 0,-63 112 0,81-171 0,14-32 0,17-40 0,13-20 0,2 2 0,53-84 0,-73 138 0,-12 14 0,0 0 0,0 0 0,0 0 0,0 0 0,0 0 0,0 0 0,1 0 0,-1 0 0,0 0 0,0 0 0,0 0 0,0 0 0,0 0 0,0 0 0,0 1 0,1-1 0,-1 0 0,0 0 0,0 0 0,0 0 0,0 0 0,0 0 0,0 0 0,0 0 0,0 0 0,0 0 0,0 0 0,1 0 0,-1 1 0,0-1 0,0 0 0,0 0 0,0 0 0,0 0 0,0 0 0,0 0 0,0 0 0,0 0 0,0 1 0,0-1 0,0 0 0,0 0 0,0 0 0,0 0 0,0 0 0,0 0 0,0 0 0,0 1 0,0-1 0,0 0 0,0 0 0,0 0 0,0 0 0,0 0 0,0 0 0,-1 0 0,1 0 0,0 1 0,0-1 0,-10 34 0,-25 46 0,-3-2 0,-4-2 0,-72 99 0,111-171 0,-15 21 0,11-23 0,6-17 0,8-22 0,2-1 0,20-54 0,38-73 0,-52 130 0,13-32 0,2 2 0,55-87 0,-76 142 0,-8 12 0,-12 25 0,-359 628 0,352-630 0,15-25 0,4-5 0,18-48 0,-15 41 0,-2 7 0,118-293 0,-80 211 0,68-112 0,-100 187 0,0-1 0,19-21 0,-27 34 0,0 0 0,0 0 0,0-1 0,0 1 0,0 0 0,0 0 0,0 0 0,1-1 0,-1 1 0,0 0 0,0 0 0,0 0 0,0-1 0,1 1 0,-1 0 0,0 0 0,0 0 0,0 0 0,1 0 0,-1-1 0,0 1 0,0 0 0,1 0 0,-1 0 0,0 0 0,0 0 0,0 0 0,1 0 0,-1 0 0,0 0 0,0 0 0,1 0 0,-1 0 0,0 0 0,0 0 0,1 0 0,-1 0 0,0 0 0,0 0 0,1 0 0,-1 0 0,0 1 0,0-1 0,0 0 0,1 0 0,-1 0 0,0 16 0,-11 23 0,-31 69 0,-5-1 0,-109 181 0,140-264 0,16-24 0,0 0 0,0 0 0,0-1 0,0 1 0,0 0 0,0 0 0,0 0 0,0 0 0,0 0 0,0 0 0,0 0 0,0 0 0,-1-1 0,1 1 0,0 0 0,0 0 0,0 0 0,0 0 0,0 0 0,0 0 0,0 0 0,0 0 0,0 0 0,0-1 0,0 1 0,0 0 0,0 0 0,-1 0 0,1 0 0,0 0 0,0 0 0,0 0 0,0 0 0,0 0 0,0 0 0,0 0 0,0 0 0,-1 0 0,1 0 0,0 0 0,0 0 0,0 0 0,0 0 0,0 0 0,0 0 0,0 0 0,0 0 0,-1 0 0,1 0 0,0 0 0,0 0 0,0 0 0,0 0 0,0 0 0,0 0 0,0 0 0,0 0 0,-1 1 0,1-1 0,0 0 0,0 0 0,1-19 0,7-23 0,13-34 0,39-92 0,-42 126 0,2 1 0,2 1 0,44-63 0,-47 83 0,-19 20 0,0 0 0,0 0 0,0 0 0,1 0 0,-1 1 0,0-1 0,0 0 0,0 0 0,0 0 0,1 0 0,-1 0 0,0 0 0,0 1 0,0-1 0,0 0 0,0 0 0,0 0 0,1 0 0,-1 1 0,0-1 0,0 0 0,0 0 0,0 0 0,0 1 0,0-1 0,0 0 0,0 0 0,0 0 0,0 1 0,0-1 0,0 0 0,0 0 0,0 0 0,0 1 0,0-1 0,0 0 0,0 0 0,0 0 0,0 1 0,0-1 0,-1 0 0,1 0 0,0 0 0,0 0 0,0 1 0,0-1 0,0 0 0,0 0 0,-1 0 0,1 0 0,0 0 0,-20 49 0,-23 38 0,-76 111 0,110-187 0,5-10 0,6-25 0,13-27 0,3-1 0,1 2 0,3 1 0,2 0 0,1 2 0,54-73 0,-60 101 0,-62 87 0,-58 70 0,52-75 0,29-36 0,-89 110 0,105-135 0,10-13 0,12-21 0,33-45 0,2 2 0,4 3 0,124-121 0,-170 183 0,-9 11 0,-18 21 0,-102 110 0,-196 172 0,293-290 0,21-14 0,0 0 0,0 1 0,0-1 0,0 0 0,0 0 0,0 0 0,0 0 0,0 0 0,-1 0 0,1 0 0,0 0 0,0 0 0,0 0 0,0 0 0,0 0 0,0 0 0,-1 0 0,1 0 0,0 0 0,0 0 0,0 0 0,0 0 0,0 0 0,0 0 0,0 0 0,-1 0 0,1 0 0,0 0 0,0 0 0,0 0 0,0 0 0,0 0 0,0-1 0,0 1 0,0 0 0,0 0 0,-1 0 0,1 0 0,0 0 0,0 0 0,0 0 0,0 0 0,0 0 0,0-1 0,0 1 0,0 0 0,0 0 0,0 0 0,0 0 0,0 0 0,0 0 0,0 0 0,0-1 0,0 1 0,0 0 0,0 0 0,0 0 0,0 0 0,0 0 0,0 0 0,0 0 0,0-1 0,0 1 0,0 0 0,0 0 0,0 0 0,0 0 0,0 0 0,1 0 0,22-38 0,69-76 0,175-168 0,-569 552 0,217-197 0,30-27 0,53-46 0,4-5 0,10-11 0,105-115 0,184-161 0,-287 281 0,-14 11 0,0 0 0,0 0 0,0 0 0,0 0 0,0 0 0,0 0 0,0 0 0,0 0 0,0 0 0,0 0 0,0 0 0,0 0 0,0 1 0,0-1 0,0 0 0,0 0 0,0 0 0,0 0 0,0 0 0,0 0 0,0 0 0,0 0 0,0 0 0,0 0 0,0 0 0,1 0 0,-1 0 0,0 0 0,0 0 0,0 0 0,0 0 0,0 0 0,0 0 0,0 0 0,0 0 0,0 0 0,0 0 0,0 0 0,0 0 0,0 0 0,0 0 0,0 0 0,0 0 0,0 0 0,1 0 0,-1 0 0,0 0 0,-20 25 0,-78 82 0,-163 137 0,241-229 0,23-24 0,30-31 0,275-268 0,-298 300 0,-11 10 0,-17 17 0,-297 276 0,304-287 0,17-16 0,19-20 0,337-308 0,-346 324 0,-35 32 0,-373 316 0,368-320 0,24-16 0,0 0 0,0 0 0,0-1 0,0 1 0,0 0 0,0 0 0,0 0 0,0 0 0,0 0 0,0 0 0,0 0 0,0 0 0,0 0 0,0-1 0,0 1 0,0 0 0,0 0 0,1 0 0,-1 0 0,-1 0 0,1 0 0,0 0 0,0 0 0,0-1 0,0 1 0,0 0 0,0 0 0,0 0 0,0 0 0,0 0 0,0 0 0,0 0 0,0 0 0,0 0 0,0-1 0,0 1 0,0 0 0,0 0 0,0 0 0,0 0 0,-1 0 0,1 0 0,0 0 0,0 0 0,0 0 0,0 0 0,0 0 0,0 0 0,0 0 0,0 0 0,0 0 0,-1 0 0,36-40 0,329-286 0,-389 346-108,-138 107-1149,144-115-5569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2T14:13:43.0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236 450 24575,'34'-6'0,"29"-8"0,1-3 0,-2-3 0,116-53 0,-178 73 0,1 0 0,-1 0 0,1-1 0,-1 1 0,1 0 0,-1 0 0,1 0 0,-1-1 0,0 1 0,1 0 0,-1 0 0,1-1 0,-1 1 0,1 0 0,-1-1 0,0 1 0,1 0 0,-1-1 0,0 1 0,1-1 0,-1 1 0,0-1 0,0 1 0,1-1 0,-1 1 0,0-1 0,0 1 0,0-1 0,0 1 0,0-1 0,0 1 0,0-1 0,0 1 0,0-1 0,0 1 0,0-1 0,0 1 0,0-1 0,0 1 0,0-1 0,0 1 0,-1-1 0,1 1 0,0-1 0,0 1 0,0-1 0,-1 1 0,1-1 0,0 1 0,-1 0 0,1-1 0,-1 1 0,1 0 0,0-1 0,-1 1 0,1 0 0,-1-1 0,1 1 0,-1 0 0,1 0 0,-1 0 0,1-1 0,-1 1 0,1 0 0,-1 0 0,0 0 0,-42-16 0,39 14 0,-64-15 0,-1 3 0,-120-8 0,326 27 0,139 22 0,-264-24 0,-11 0 0,-22 1 0,-240 0 0,71-4 0,174 2 0,35 1 0,173 3 0,-58-3 0,-123-2 0,-15 2 0,-21 3 0,-269 24 0,168-19 0,233-7 0,-40 0 0,-55-4 0,240 16 0,-249-15 0,-9 1 0,-23 1 0,-42 3 0,40-4 0,-189 17 0,207-17 0,12 2 0,22 1 0,373 15 0,-383-20 0,-54-6 0,-45-12 0,35 6 0,30 8 0,-11-3 0,0 0 0,-47-19 0,68 16 0,15 1 0,1 6 0,-1 1 0,1 0 0,0 1 0,0-1 0,0 0 0,0 1 0,4-2 0,33-11 0,0 2 0,79-13 0,87 1 0,-179 22 0,14 0 0,-35 0 0,-18 1 0,-586 7 0,586-6 0,16 0 0,22-3 0,-25 3 0,375-29 0,-268 22 0,-96 5 0,-19 0 0,-24-2 0,-386-5 0,274 10 0,401-12 0,-85 1 0,-31 6 0,-416-6 0,-22 11 0,421-18 0,301-11 0,-520 23 0,-365 17 0,441-9 0,38-1 0,455-19 0,-460 15 0,-36 0 0,-255 0 0,59 3 0,274-13 0,320-26 0,-597 37 0,-10 5 0,583-22 0,-511 40 0,-50 1 0,443-26 0,-276 8 0,1-2 0,-1-2 0,-46-5 0,144-9 0,-21 8 0,-13 1 0,1 1 0,0 1 0,0 1 0,41 4 0,-110-1 0,16 0 0,-40-1 0,41-1 0,24 0 0,9-1 0,208-10 0,-377 11 0,310-5 0,-199 9 0,0 1 0,-72 19 0,125-24 0,0 0 0,0 0 0,1 0 0,-1 0 0,0 0 0,0 0 0,0 0 0,0 0 0,0 1 0,0-1 0,0 0 0,0 0 0,0 0 0,0 0 0,0 0 0,0 0 0,0 0 0,0 0 0,0 1 0,0-1 0,0 0 0,0 0 0,0 0 0,0 0 0,0 0 0,0 0 0,0 0 0,0 0 0,0 0 0,0 1 0,0-1 0,0 0 0,0 0 0,0 0 0,0 0 0,-1 0 0,1 0 0,0 0 0,0 0 0,0 0 0,0 0 0,0 0 0,0 1 0,0-1 0,0 0 0,0 0 0,0 0 0,-1 0 0,1 0 0,0 0 0,0 0 0,0 0 0,0 0 0,0 0 0,0 0 0,0 0 0,-1 0 0,17 4 0,22 2 0,161 1 0,-470 2 0,418-32 0,35 3 0,-269 16 0,-82 3 0,196 1 0,36-7 0,-1 1 0,-22 4 0,-8 0 0,-66 2 0,-125 0 0,334-3 0,-229 4 0,-97-5 0,167 5 0,0-2 0,0 0 0,18-3 0,13-1 0,-29 4 0,13-1 0,-29 1 0,-5 0 0,-19-1 0,-37 1 0,38 0 0,57 0 0,143-5 0,-255 10 0,-145 16 0,274-17 0,-17 1 0,11-3 0,-21-1 0,50 6 0,-113 3 0,-2-2-1365,-2-1-5461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2T14:13:56.0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44 685 24575,'0'-17'0,"1"0"0,0 0 0,2 1 0,6-27 0,-7 36 0,1-1 0,-1 1 0,2-1 0,-1 1 0,1 0 0,0 1 0,0-1 0,1 1 0,0-1 0,0 1 0,1 1 0,6-7 0,-11 12 0,-1-1 0,1 1 0,-1-1 0,1 0 0,0 1 0,-1 0 0,1-1 0,0 1 0,0-1 0,-1 1 0,1 0 0,0-1 0,0 1 0,-1 0 0,1 0 0,0 0 0,0 0 0,0 0 0,-1 0 0,1 0 0,0 0 0,0 0 0,0 0 0,-1 0 0,1 0 0,0 0 0,0 1 0,1 0 0,-1 0 0,0 0 0,0 0 0,0 0 0,0 0 0,0 1 0,0-1 0,-1 0 0,1 1 0,0-1 0,-1 0 0,1 1 0,-1-1 0,1 4 0,1 3 0,-1 1 0,0 0 0,-1 17 0,-1-10 0,-1 1 0,0-1 0,-1 0 0,-1 0 0,0 0 0,-1 0 0,-13 26 0,16-39 0,0-1 0,1 1 0,-1-1 0,0 1 0,0-1 0,0 0 0,-1 0 0,1 0 0,0 0 0,-1 0 0,1-1 0,-1 1 0,-3 1 0,5-3 0,0 0 0,1 0 0,-1 0 0,0 1 0,1-1 0,-1 0 0,0 0 0,0 0 0,0 0 0,1 0 0,-1 0 0,0-1 0,1 1 0,-1 0 0,0 0 0,0 0 0,1-1 0,-1 1 0,0 0 0,1-1 0,-2 0 0,1 0 0,0 0 0,0 0 0,0 0 0,1 0 0,-1-1 0,0 1 0,1 0 0,-1 0 0,0-1 0,1 1 0,0-1 0,-1 1 0,1 0 0,0-1 0,-1-1 0,1-8 0,-1-1 0,2 1 0,-1 0 0,1-1 0,1 1 0,6-20 0,1-15 0,-6 26 0,-1 6 0,-1 34 0,-13 92 0,35-193 0,10-26 0,-27 95 0,1-1 0,0 1 0,17-22 0,-15 23 0,-1 0 0,-1-1 0,0 0 0,7-17 0,-13 27 0,1-4 0,0 0 0,1 0 0,-1 0 0,1 1 0,0-1 0,1 1 0,4-6 0,-8 14 0,0 1 0,0-1 0,0 0 0,0 0 0,0 0 0,-1 0 0,-1 5 0,-33 115 0,33-116 0,0 0 0,-1 1 0,1-1 0,-2 0 0,-6 12 0,9-18 0,0 1 0,0-1 0,1 1 0,-1-1 0,0 0 0,0 1 0,-1-1 0,1 0 0,0 0 0,0 0 0,-1 0 0,1 0 0,0 0 0,-1 0 0,1-1 0,-1 1 0,1 0 0,-1-1 0,1 1 0,-1-1 0,1 1 0,-1-1 0,0 0 0,1 0 0,-1 0 0,0 0 0,1 0 0,-1 0 0,1 0 0,-1-1 0,0 1 0,1 0 0,-1-1 0,1 1 0,-2-2 0,2 2 0,0-1 0,1 0 0,-1 1 0,0-1 0,1 0 0,-1 0 0,1 0 0,0 1 0,-1-1 0,1 0 0,-1 0 0,1 0 0,0 0 0,0 0 0,0 0 0,0 0 0,-1 0 0,1 0 0,0 1 0,0-1 0,1 0 0,-1 0 0,0 0 0,0 0 0,0 0 0,1 0 0,-1 0 0,0 0 0,1 0 0,-1 1 0,2-3 0,16-30 0,-15 27 0,73-121 0,-62 105 0,0 0 0,16-40 0,-31 62 0,1 0 0,0-1 0,0 1 0,0 0 0,-1-1 0,1 1 0,0 0 0,-1 0 0,1 0 0,0-1 0,0 1 0,-1 0 0,1 0 0,-1 0 0,1 0 0,0-1 0,-1 1 0,1 0 0,0 0 0,-1 0 0,1 0 0,0 0 0,-1 0 0,1 0 0,0 0 0,-1 0 0,1 0 0,-1 0 0,1 0 0,0 0 0,-1 1 0,1-1 0,0 0 0,-1 0 0,1 0 0,0 0 0,-1 1 0,1-1 0,0 0 0,-1 1 0,-18 5 0,-23 12 0,-35 17 0,69-31 0,1 1 0,0 0 0,0 0 0,0 0 0,0 1 0,1 0 0,-8 10 0,-5 10 0,-28 50 0,51-90 0,-2 5 0,1 1 0,0 0 0,0 0 0,0 0 0,1 1 0,7-11 0,12-7 0,43-37 0,5-3 0,-55 49 0,-1-1 0,0 0 0,-2-1 0,0-1 0,-1 0 0,10-22 0,-20 37 0,-1 1 0,1 0 0,-1 0 0,1-1 0,0 1 0,0 1 0,0-1 0,4-5 0,-6 8 0,1 0 0,-1 0 0,1-1 0,-1 1 0,0 0 0,1 0 0,-1 0 0,1-1 0,-1 1 0,1 0 0,-1 0 0,1 0 0,-1 0 0,1 0 0,-1 0 0,1 0 0,-1 0 0,1 0 0,-1 0 0,1 0 0,-1 0 0,2 1 0,12 12 0,-8-5 0,-2-3 0,0 0 0,0 1 0,-1-1 0,0 1 0,0 0 0,4 10 0,-7-14 0,0 0 0,1 0 0,-1 0 0,0 0 0,0 0 0,0 0 0,-1 0 0,1-1 0,0 1 0,-1 0 0,1 0 0,-1 0 0,0 0 0,1 0 0,-1-1 0,0 1 0,0 0 0,0-1 0,-1 1 0,1-1 0,0 1 0,0-1 0,-1 1 0,1-1 0,-1 0 0,1 0 0,-3 1 0,-8 8 0,1 1 0,0-1 0,-9 14 0,-11 11 0,25-28 0,0 0 0,1 1 0,0-1 0,-6 14 0,-1 1 0,60-65 0,-32 24 67,22-33-1,7-7-1564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2T14:14:11.541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1 9 24575,'159'-5'0,"-147"3"0,-9 2 0,0-1 0,0 1 0,0 0 0,0 0 0,-1 0 0,1 0 0,0 0 0,0 1 0,4 0 0,-6 0 0,0 0 0,0 0 0,0 0 0,0 0 0,0 0 0,0 0 0,0 0 0,0 0 0,-1 0 0,1 0 0,0 0 0,-1 1 0,1-1 0,-1 0 0,1 0 0,-1 1 0,0-1 0,1 0 0,-1 1 0,0-1 0,0 0 0,0 1 0,0-1 0,0 0 0,-1 2 0,-10 82-1365,11-80-5461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2T14:13:12.9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24575,'9'10'0,"21"26"0,-2 1 0,38 63 0,31 89 0,-85-165 0,229 548 0,-35 18 0,-71-197 0,-134-391 0,86 231 0,-60-169 0,51 89 0,-74-145 0,1 0 0,0 0 0,0-1 0,0 0 0,1 0 0,0 0 0,1 0 0,9 7 0,-15-13 0,0-1 0,0 1 0,0-1 0,0 1 0,0-1 0,0 1 0,0-1 0,0 0 0,1 1 0,-1-1 0,0 0 0,0 0 0,0 0 0,0 0 0,0 0 0,0 0 0,0 0 0,1 0 0,-1 0 0,0-1 0,0 1 0,0 0 0,0-1 0,0 1 0,0-1 0,0 1 0,0-1 0,0 1 0,0-1 0,0 0 0,0 1 0,-1-1 0,1 0 0,0 0 0,0 0 0,-1 0 0,1 0 0,0 0 0,-1 0 0,1 0 0,-1 0 0,0 0 0,1 0 0,-1-1 0,3-6 0,0 1 0,-1-1 0,0 0 0,-1 0 0,1-11 0,0-17 0,-2-1 0,-1 1 0,-13-70 0,-37-109 0,2 59 0,-114-249 0,-109-135 0,152 309 0,114 221 0,-3-7 0,1-1 0,0 0 0,-7-24 0,15 41 0,-1 0 0,1-1 0,0 1 0,-1 0 0,1-1 0,0 1 0,0-1 0,0 1 0,0 0 0,0-1 0,0 1 0,1-1 0,-1 1 0,1-3 0,0 4 0,-1-1 0,1 1 0,0-1 0,0 1 0,-1 0 0,1-1 0,0 1 0,0 0 0,-1-1 0,1 1 0,0 0 0,0 0 0,0 0 0,0 0 0,-1 0 0,1 0 0,0 0 0,0 0 0,0 0 0,0 0 0,0 0 0,-1 1 0,1-1 0,0 0 0,0 0 0,-1 1 0,1-1 0,0 1 0,1 0 0,19 10 0,0 0 0,-1 2 0,0 1 0,-1 0 0,18 18 0,-22-20 0,113 103 0,-5 4 0,-6 6 0,141 193 0,-200-236 0,-3 2 0,43 94 0,-69-117 0,-3 1 0,-3 1 0,30 127 0,-49-163 0,-1-1 0,-1 0 0,-1 0 0,-5 49 0,-26 102 0,6-86 0,-56 143 0,0-3 0,78-226 0,1 0 0,0 0 0,0 0 0,0 0 0,0 0 0,1 0 0,0 7 0,0-10 0,1-1 0,-1 1 0,1 0 0,-1 0 0,1-1 0,0 1 0,0-1 0,0 1 0,0 0 0,0-1 0,0 0 0,0 1 0,0-1 0,1 0 0,-1 1 0,0-1 0,1 0 0,-1 0 0,1 0 0,0 0 0,-1 0 0,1-1 0,2 2 0,11 3 0,-1-1 0,1 0 0,0 0 0,0-2 0,23 2 0,80-4 0,-80-1 0,165-4 0,172-2 0,-374 7 0,0 0 0,0 0 0,0 0 0,-1 0 0,1 0 0,0 0 0,0 0 0,-1 0 0,1 0 0,0 0 0,0 0 0,0 1 0,-1-1 0,1 0 0,0 1 0,-1-1 0,1 0 0,0 1 0,-1-1 0,1 1 0,0-1 0,0 1 0,-1 0 0,0 0 0,0-1 0,0 1 0,0-1 0,0 1 0,0 0 0,0-1 0,-1 1 0,1-1 0,0 1 0,0 0 0,0-1 0,-1 1 0,1-1 0,0 1 0,-1-1 0,1 1 0,0-1 0,-1 1 0,1-1 0,-1 1 0,-33 27 0,32-27 0,-32 22 0,0-3 0,-69 30 0,-81 21 0,151-59 0,-519 173 0,547-184 0,-13 5 0,5-1 0,-1 0 0,1-1 0,-1-1 0,0 0 0,0-1 0,-1 0 0,-17-1 0,29-1 0,1-1 0,0 1 0,0 0 0,0-1 0,0 0 0,0 0 0,0 0 0,0 1 0,0-2 0,0 1 0,0 0 0,1 0 0,-1-1 0,0 1 0,1-1 0,-1 1 0,1-1 0,-2-2 0,0 0 0,1 0 0,0 0 0,0 0 0,0-1 0,1 1 0,0 0 0,-1-1 0,1-5 0,-1-8 0,1 0 0,1 0 0,3-25 0,-3 40 0,2-22 0,2 0 0,0 0 0,2 0 0,0 1 0,2 0 0,1 0 0,0 1 0,2 0 0,1 1 0,0 0 0,2 1 0,1 0 0,0 1 0,1 1 0,1 1 0,1 0 0,1 1 0,0 1 0,1 1 0,1 0 0,0 2 0,1 0 0,28-11 0,-12 9 0,74-19 0,-92 30 0,0 0 0,0 2 0,0 0 0,0 1 0,36 3 0,-55-2 0,0 0 0,0 0 0,0 0 0,0 0 0,1 0 0,-1 0 0,0 0 0,0 1 0,0-1 0,0 0 0,0 1 0,0-1 0,0 1 0,0-1 0,0 1 0,0-1 0,0 1 0,0 0 0,0-1 0,0 1 0,-1 0 0,1 0 0,0 0 0,-1 0 0,1 0 0,0 0 0,-1 0 0,1 0 0,-1 0 0,1 0 0,-1 0 0,1 2 0,-2 0 0,1 0 0,-1 0 0,0 0 0,0 0 0,0 0 0,0 0 0,-1 0 0,1 0 0,-1-1 0,1 1 0,-1 0 0,-3 2 0,-13 17 0,-1 0 0,-2-2 0,0 0 0,-1-1 0,-30 20 0,-132 70 0,125-79 0,-2-3 0,-89 28 0,111-44 0,0-1 0,0-2 0,-1-2 0,0-2 0,-51-1 0,90-2 0,-1-1 0,0 0 0,0 0 0,0 0 0,0 0 0,0 0 0,0 0 0,0-1 0,0 1 0,1-1 0,-1 1 0,0-1 0,0 0 0,0 1 0,1-1 0,-1 0 0,0 0 0,1 0 0,-1-1 0,1 1 0,-1 0 0,1-1 0,0 1 0,0 0 0,-3-4 0,4 2 0,0 0 0,0 0 0,0 0 0,0 0 0,0 0 0,1 0 0,0 0 0,-1 0 0,1 0 0,0 0 0,0 0 0,0 0 0,1 1 0,-1-1 0,1 0 0,2-2 0,21-36 0,3 2 0,47-53 0,77-63 0,-91 97 0,109-78 0,-134 112 0,1 1 0,1 1 0,1 2 0,79-27 0,-105 44 0,-15 8 0,-23 14 0,-486 258 0,305-173 0,104-53 0,26-14 0,-82 54 0,827-582 222,-319 228-1809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2T14:13:18.2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188 1 24575,'-8'9'0,"1"0"0,0 1 0,1-1 0,0 2 0,1-1 0,-7 17 0,0-2 0,-10 26 0,1 1 0,3 1 0,2 0 0,2 1 0,-11 98 0,19-77 0,4 1 0,2 0 0,18 126 0,3-82 0,55 186 0,70 101 0,199 340 0,-270-595 0,-16-30 0,45 137 0,-88-208 0,-1 1 0,-3 0 0,-2 1 0,-2 0 0,1 90 0,-9-139 0,-3 23 0,3-27 0,0 0 0,-1 0 0,1 0 0,0 0 0,0 0 0,0 0 0,0 1 0,0-1 0,-1 0 0,1 0 0,0 0 0,0 0 0,0 0 0,-1 0 0,1 0 0,0 0 0,0 0 0,0 0 0,0 0 0,-1 0 0,1 0 0,0 0 0,0 0 0,0 0 0,-1 0 0,1 0 0,0 0 0,0 0 0,0 0 0,-1 0 0,1 0 0,0 0 0,0-1 0,0 1 0,0 0 0,0 0 0,-1 0 0,1 0 0,0 0 0,0-1 0,-14-16 0,-16-36 0,-33-83 0,53 113 0,-238-588-271,46-25 0,158 444 271,9-2 0,7 0 0,10-2 0,7-1 0,30-367 0,-19 562 0,4-45 0,2 0 0,14-57 0,-20 102 0,1 0 0,-1 0 0,1 0 0,-1 0 0,1 1 0,0-1 0,0 0 0,0 0 0,0 0 0,0 1 0,0-1 0,1 0 0,-1 1 0,3-3 0,-4 4 0,0 0 0,1 0 0,-1 0 0,1 0 0,-1 0 0,0 0 0,1 0 0,-1 0 0,0 0 0,1 0 0,-1 0 0,1 0 0,-1 0 0,0 1 0,1-1 0,-1 0 0,0 0 0,1 0 0,-1 0 0,0 1 0,1-1 0,-1 0 0,0 0 0,1 1 0,-1-1 0,1 1 0,10 18 0,5 23 15,-2 0 0,12 62 0,-18-70 31,130 632-132,83 1071 1,-167-996 85,-53-718 8,2 11 75,-2 0 0,-1 0 1,-5 37-1,3-61-65,0 0-1,0-1 1,-1 1-1,0-1 1,0 0 0,-1 0-1,0 0 1,-1-1-1,0 1 1,0-1-1,-1 0 1,0 0 0,-1-1-1,1 0 1,-12 9-1,-51 34-17,49-37 0,0 0 0,2 1 0,-1 1 0,2 1 0,0 0 0,-23 31 0,39-46 0,0 0 0,0 0 0,1 0 0,-1 0 0,0 0 0,1 0 0,-1 0 0,1 0 0,-1 0 0,1 0 0,0 0 0,-1 0 0,1 0 0,0 0 0,0 0 0,0 0 0,0 0 0,0 1 0,0-1 0,0 0 0,0 0 0,0 0 0,1 2 0,0-2 0,0 0 0,0 0 0,0-1 0,0 1 0,0 0 0,0-1 0,0 1 0,0-1 0,0 1 0,0-1 0,0 1 0,0-1 0,0 0 0,0 0 0,0 1 0,0-1 0,1 0 0,1 0 0,7 0 0,1-1 0,0 0 0,19-5 0,28-9 0,-1-3 0,0-3 0,85-43 0,151-107 0,228-187 0,-521 358 0,0 0 0,0 0 0,0 0 0,0 0 0,0 0 0,0 1 0,0-1 0,0 0 0,0 0 0,0 0 0,0 0 0,0 0 0,0 0 0,0 0 0,0 0 0,0 0 0,0 0 0,0 0 0,0 1 0,0-1 0,0 0 0,0 0 0,0 0 0,0 0 0,0 0 0,0 0 0,0 0 0,0 0 0,0 0 0,0 0 0,0 0 0,0 0 0,0 1 0,0-1 0,0 0 0,0 0 0,0 0 0,0 0 0,0 0 0,0 0 0,0 0 0,1 0 0,-1 0 0,0 0 0,0 0 0,0 0 0,0 0 0,0 0 0,0 0 0,0 0 0,0 0 0,0 0 0,0 0 0,1 0 0,-8 15 0,-12 19 0,-38 49 0,-3-3 0,-4-2 0,-75 70 0,128-136 0,7-7 0,1-1 0,-1 0 0,0 0 0,0 0 0,0-1 0,-1 1 0,1-1 0,-1 0 0,0-1 0,-5 4 0,9-6 0,1-1 0,0 1 0,0 0 0,-1 0 0,1 0 0,0 0 0,0-1 0,0 1 0,0 0 0,-1 0 0,1 0 0,0-1 0,0 1 0,0 0 0,0 0 0,0-1 0,0 1 0,-1 0 0,1 0 0,0-1 0,0 1 0,0 0 0,0 0 0,0-1 0,0 1 0,0 0 0,0 0 0,0-1 0,0 1 0,0 0 0,0 0 0,1-1 0,-1 1 0,0 0 0,0 0 0,0-1 0,0 1 0,0 0 0,0 0 0,1 0 0,-1-1 0,0 1 0,0 0 0,6-14 0,8-12-1365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55D7A-D4CC-7C72-F825-E0CE25746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BB0DCA-3F60-B197-6D39-D2E50A8B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DADA4-D7B7-99D3-916A-B4C626909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1338-1FA2-4154-B987-46254E19DA14}" type="datetimeFigureOut">
              <a:rPr lang="en-US" smtClean="0"/>
              <a:t>12/2/2022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EBEFE-1076-58FF-E95D-60DA0FFE7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5DF19-25EC-E2A3-969D-CA32AB7B4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51819-5A39-43D5-899B-D62695326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922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F40C6-D73C-A520-2AF7-691AF5315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EFFAB-9A6E-ACBD-63CD-425B4D09C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9D641-739B-B3F1-1B71-542C67030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1338-1FA2-4154-B987-46254E19DA14}" type="datetimeFigureOut">
              <a:rPr lang="en-US" smtClean="0"/>
              <a:t>12/2/2022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0CCD5-919F-DC21-D9A3-586C558E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049F0-46FA-C8D9-D762-882ED9D96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51819-5A39-43D5-899B-D62695326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706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76917-DDA8-8619-BE24-C08F3FD3F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9D9C7-53AD-243A-5FE5-E543F3D30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FDEF8-19CF-BA4A-19E7-7C39F57C1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1338-1FA2-4154-B987-46254E19DA14}" type="datetimeFigureOut">
              <a:rPr lang="en-US" smtClean="0"/>
              <a:t>12/2/2022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90FAC-0843-3A86-40EB-D484F0C35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D688F-06BC-4579-2C21-BF34AC199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51819-5A39-43D5-899B-D62695326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239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CEA2D-3ACF-F243-15BA-6271F4680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A90CB-1917-EDC6-F9F8-4D56AAEB1E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15BD6-F22F-9F66-6136-4B9970784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A053E-B832-BC47-CBCD-95102AB62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1338-1FA2-4154-B987-46254E19DA14}" type="datetimeFigureOut">
              <a:rPr lang="en-US" smtClean="0"/>
              <a:t>12/2/2022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1F883-CF1A-0583-113E-B593C2AA3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ECCF7-6C83-F68C-D01D-2CEB851C6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51819-5A39-43D5-899B-D62695326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262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AC162-228B-475F-A77D-662B6E881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C97CA-9213-5DB5-09B2-5ECB95EB9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74374A-1E7B-EA15-4DE1-187F42352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3E0D6D-A553-A526-D48E-5ABCA59203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FB3DD4-4BD3-BF5F-BDBA-157EC8E621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B8AD6A-7920-8AE9-0C70-70BE7F3A3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1338-1FA2-4154-B987-46254E19DA14}" type="datetimeFigureOut">
              <a:rPr lang="en-US" smtClean="0"/>
              <a:t>12/2/2022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BCC4AD-85F1-7D79-DD0C-1E78F215A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2E9C2-10A9-3359-F805-B7BE90604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51819-5A39-43D5-899B-D62695326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13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436E3-7FC9-45B5-6880-C0BF5CDE1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F8A148-BE7B-CFBD-3AD8-1A54A18B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1338-1FA2-4154-B987-46254E19DA14}" type="datetimeFigureOut">
              <a:rPr lang="en-US" smtClean="0"/>
              <a:t>12/2/2022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0E4DC0-83A0-D511-EB7B-25C3DB29B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09219-E215-D42E-135B-D296F0CF2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51819-5A39-43D5-899B-D62695326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328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C91006-F662-A3AA-1DD5-AA078D897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1338-1FA2-4154-B987-46254E19DA14}" type="datetimeFigureOut">
              <a:rPr lang="en-US" smtClean="0"/>
              <a:t>12/2/2022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AD129F-D704-95D8-4694-D9BE7370C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7D87E-ED9E-7996-7077-18A4B92D6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51819-5A39-43D5-899B-D62695326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219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569B9-E0BA-7C09-B63C-B78B0B78C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03F21-25EB-A986-7255-F7CA99E02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AAF016-8391-CD94-02FB-6AD3B64EA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E5E2B-5D7C-9571-B4C0-9C8ABD0C2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1338-1FA2-4154-B987-46254E19DA14}" type="datetimeFigureOut">
              <a:rPr lang="en-US" smtClean="0"/>
              <a:t>12/2/2022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8E192-67F7-5300-1064-BDA36C7A7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5C9818-09CE-3076-8FCF-F47BE42D3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51819-5A39-43D5-899B-D62695326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4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51F04-7873-DCFD-2020-037CF6520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14D7AA-1DAA-93AE-B7DF-1C605D9296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E41DBD-F1CA-AA4C-A33C-2B7F15523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8745F-EDD9-7774-B951-C67CADE3A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1338-1FA2-4154-B987-46254E19DA14}" type="datetimeFigureOut">
              <a:rPr lang="en-US" smtClean="0"/>
              <a:t>12/2/2022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10A0C1-DAA4-839D-20E3-CB2E9C7AA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AFD8B-CBA3-ADD8-E692-2051DDA47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51819-5A39-43D5-899B-D62695326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340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A1B7-CE88-CD44-FAC0-C3F33A006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2A0241-02F2-F67D-5FC8-685904BD2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BA19E-1F3D-CA23-885F-932CF2D2C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1338-1FA2-4154-B987-46254E19DA14}" type="datetimeFigureOut">
              <a:rPr lang="en-US" smtClean="0"/>
              <a:t>12/2/2022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9E3F7-9E39-A979-0156-9ED5DF0FC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6FB58-F771-5049-FD12-C8943FEA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51819-5A39-43D5-899B-D62695326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653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2DA428-AE64-7C9E-91F6-FCD4537327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569EA-C615-62E7-C604-48CE1D5AC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1C510-7F98-A5BD-F159-C99B06682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1338-1FA2-4154-B987-46254E19DA14}" type="datetimeFigureOut">
              <a:rPr lang="en-US" smtClean="0"/>
              <a:t>12/2/2022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B86DB-C1A4-6537-3FA6-A8373277C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4F6ED-26EE-731B-0AFE-DD71E3E3E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51819-5A39-43D5-899B-D62695326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457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32FC8B-D8E1-51ED-8EED-D3999DD0C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A4D4C-81F4-3877-CD0C-0A4FA783B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EB1CF-4197-A5FD-03D2-DC8FAFA56E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571338-1FA2-4154-B987-46254E19DA14}" type="datetimeFigureOut">
              <a:rPr lang="en-US" smtClean="0"/>
              <a:t>12/2/2022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1F3D7-7DAA-E589-A389-18A0AC2713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A85E5-8139-7AF9-0B94-8848DF0E5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51819-5A39-43D5-899B-D62695326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997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ustomXml" Target="../ink/ink5.xml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customXml" Target="../ink/ink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QBbC3Cjsnjg&amp;t=30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43029-4608-9DAA-9648-546BC90E73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Loss </a:t>
            </a:r>
            <a:r>
              <a:rPr lang="de-DE" dirty="0" err="1"/>
              <a:t>Function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4E93BC-BCFF-0EEF-1BF4-2ACD8B10E8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Achilleas Tsakpinis</a:t>
            </a:r>
          </a:p>
          <a:p>
            <a:r>
              <a:rPr lang="de-DE" dirty="0"/>
              <a:t>02.12.2022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668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74829-07D8-C459-B562-0569AD122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Use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loss</a:t>
            </a:r>
            <a:r>
              <a:rPr lang="de-DE" dirty="0"/>
              <a:t> </a:t>
            </a:r>
            <a:r>
              <a:rPr lang="de-DE" dirty="0" err="1"/>
              <a:t>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3B8BF-BDA5-9424-E030-3087D5679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sohne"/>
              </a:rPr>
              <a:t>“[…]a loss function is a measure of how good your prediction model does in terms of being able to predict the expected outcome(or value). We convert the learning problem into an optimization problem, define a loss function and then optimize the algorithm to minimize the loss function.”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380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067C5-B506-C63C-5FA1-8DCF39FF6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Regression Squared Loss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652723-1441-0661-056B-048AAF900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803" y="1545996"/>
            <a:ext cx="4719274" cy="521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93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067C5-B506-C63C-5FA1-8DCF39FF6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Regression Squared Loss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ABCEAB-67A4-F32B-F5A0-483C95C65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999" y="1555115"/>
            <a:ext cx="8468002" cy="493776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23AEA6E-D734-2990-1E1E-956C84D62990}"/>
                  </a:ext>
                </a:extLst>
              </p14:cNvPr>
              <p14:cNvContentPartPr/>
              <p14:nvPr/>
            </p14:nvContentPartPr>
            <p14:xfrm>
              <a:off x="6242652" y="1540943"/>
              <a:ext cx="919440" cy="279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23AEA6E-D734-2990-1E1E-956C84D629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79652" y="1478303"/>
                <a:ext cx="1045080" cy="40536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F1DFF786-15B1-3290-13BC-C78477256444}"/>
              </a:ext>
            </a:extLst>
          </p:cNvPr>
          <p:cNvSpPr/>
          <p:nvPr/>
        </p:nvSpPr>
        <p:spPr>
          <a:xfrm>
            <a:off x="7310906" y="4427326"/>
            <a:ext cx="1209368" cy="117987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867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067C5-B506-C63C-5FA1-8DCF39FF6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Regression Absolute Loss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BC7D65-E70A-08C7-0EDB-23DF2A8CC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368" y="1468056"/>
            <a:ext cx="4477741" cy="511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991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067C5-B506-C63C-5FA1-8DCF39FF6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Regression </a:t>
            </a:r>
            <a:r>
              <a:rPr lang="de-DE" dirty="0"/>
              <a:t>Pseudo-Huber</a:t>
            </a:r>
            <a:r>
              <a:rPr lang="en-US" dirty="0"/>
              <a:t> Loss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04D304-1A6B-7253-3FC6-D2269FFD7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314" y="1526318"/>
            <a:ext cx="6993372" cy="496655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A211574-ED23-4874-4C61-EF1C45EBCC35}"/>
                  </a:ext>
                </a:extLst>
              </p14:cNvPr>
              <p14:cNvContentPartPr/>
              <p14:nvPr/>
            </p14:nvContentPartPr>
            <p14:xfrm>
              <a:off x="7177012" y="2865292"/>
              <a:ext cx="2420640" cy="7045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A211574-ED23-4874-4C61-EF1C45EBCC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14372" y="2802652"/>
                <a:ext cx="2546280" cy="83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4766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EA38D-08B4-BF89-4457-555085493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loss functions and areas of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7E5AE-E64E-5D55-9D39-4A9A97289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Classification</a:t>
            </a:r>
          </a:p>
          <a:p>
            <a:pPr lvl="1"/>
            <a:r>
              <a:rPr lang="de-DE" dirty="0"/>
              <a:t>Cross </a:t>
            </a:r>
            <a:r>
              <a:rPr lang="de-DE" dirty="0" err="1"/>
              <a:t>Entropy</a:t>
            </a:r>
            <a:r>
              <a:rPr lang="de-DE" dirty="0"/>
              <a:t> Loss</a:t>
            </a:r>
          </a:p>
          <a:p>
            <a:pPr lvl="1"/>
            <a:r>
              <a:rPr lang="de-DE" dirty="0"/>
              <a:t>KL </a:t>
            </a:r>
            <a:r>
              <a:rPr lang="de-DE" dirty="0" err="1"/>
              <a:t>Divergence</a:t>
            </a:r>
            <a:endParaRPr lang="de-DE" dirty="0"/>
          </a:p>
          <a:p>
            <a:pPr lvl="1"/>
            <a:r>
              <a:rPr lang="de-DE" dirty="0"/>
              <a:t>Hinge Loss</a:t>
            </a:r>
          </a:p>
          <a:p>
            <a:r>
              <a:rPr lang="de-DE" dirty="0"/>
              <a:t>Regression</a:t>
            </a:r>
          </a:p>
          <a:p>
            <a:pPr lvl="1"/>
            <a:r>
              <a:rPr lang="de-DE" dirty="0" err="1"/>
              <a:t>Squared</a:t>
            </a:r>
            <a:r>
              <a:rPr lang="de-DE" dirty="0"/>
              <a:t> Loss</a:t>
            </a:r>
          </a:p>
          <a:p>
            <a:pPr lvl="1"/>
            <a:r>
              <a:rPr lang="de-DE" dirty="0"/>
              <a:t>Absolute Loss</a:t>
            </a:r>
          </a:p>
          <a:p>
            <a:pPr lvl="1"/>
            <a:r>
              <a:rPr lang="de-DE" dirty="0"/>
              <a:t>Pseudo-Huber Loss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4FF1116-FA11-1DB3-655B-E48BEEFF6AA8}"/>
                  </a:ext>
                </a:extLst>
              </p14:cNvPr>
              <p14:cNvContentPartPr/>
              <p14:nvPr/>
            </p14:nvContentPartPr>
            <p14:xfrm>
              <a:off x="3088520" y="325080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4FF1116-FA11-1DB3-655B-E48BEEFF6A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84200" y="3246480"/>
                <a:ext cx="9000" cy="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8885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8CDB-F8D0-01DF-476B-04D2B199A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Generalized</a:t>
            </a:r>
            <a:r>
              <a:rPr lang="de-DE" dirty="0"/>
              <a:t> Loss </a:t>
            </a:r>
            <a:r>
              <a:rPr lang="de-DE" dirty="0" err="1"/>
              <a:t>Function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0F7FA6-88C4-D54D-5860-96E0DE0378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8702" y="1825625"/>
            <a:ext cx="10274596" cy="4351338"/>
          </a:xfrm>
        </p:spPr>
      </p:pic>
    </p:spTree>
    <p:extLst>
      <p:ext uri="{BB962C8B-B14F-4D97-AF65-F5344CB8AC3E}">
        <p14:creationId xmlns:p14="http://schemas.microsoft.com/office/powerpoint/2010/main" val="3276657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9D181-75E8-244C-7756-DB0FB0B7D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Sum-Up </a:t>
            </a:r>
            <a:r>
              <a:rPr lang="de-DE" dirty="0" err="1"/>
              <a:t>Example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0CC193-6B8E-26C1-9593-202359A374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2888" y="1825625"/>
            <a:ext cx="7766223" cy="4351338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3FC3AC0-0654-6ABC-B505-F613A88E3C4D}"/>
                  </a:ext>
                </a:extLst>
              </p14:cNvPr>
              <p14:cNvContentPartPr/>
              <p14:nvPr/>
            </p14:nvContentPartPr>
            <p14:xfrm>
              <a:off x="9635160" y="3934410"/>
              <a:ext cx="417600" cy="5684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3FC3AC0-0654-6ABC-B505-F613A88E3C4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26520" y="3925770"/>
                <a:ext cx="435240" cy="58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71FFA0B-4B03-BC40-BF34-1036721974BE}"/>
                  </a:ext>
                </a:extLst>
              </p14:cNvPr>
              <p14:cNvContentPartPr/>
              <p14:nvPr/>
            </p14:nvContentPartPr>
            <p14:xfrm>
              <a:off x="9540840" y="4112250"/>
              <a:ext cx="267840" cy="1620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71FFA0B-4B03-BC40-BF34-1036721974B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31840" y="4103250"/>
                <a:ext cx="28548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B715C92-E1FF-9DC9-F86B-AF34C9DDC73E}"/>
                  </a:ext>
                </a:extLst>
              </p14:cNvPr>
              <p14:cNvContentPartPr/>
              <p14:nvPr/>
            </p14:nvContentPartPr>
            <p14:xfrm>
              <a:off x="9815880" y="4018650"/>
              <a:ext cx="137160" cy="265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B715C92-E1FF-9DC9-F86B-AF34C9DDC73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807240" y="4010010"/>
                <a:ext cx="15480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12B5022-6280-6CF6-68EF-A86E9BFD1EEF}"/>
                  </a:ext>
                </a:extLst>
              </p14:cNvPr>
              <p14:cNvContentPartPr/>
              <p14:nvPr/>
            </p14:nvContentPartPr>
            <p14:xfrm>
              <a:off x="9858000" y="4073370"/>
              <a:ext cx="78840" cy="450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12B5022-6280-6CF6-68EF-A86E9BFD1EE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853680" y="4069050"/>
                <a:ext cx="87480" cy="5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7086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37E1B-F429-232F-511B-EB603C0E6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Adaptive Loss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981370-B7C7-B6E1-1F73-07B85C50BB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7844" y="1825625"/>
            <a:ext cx="7736311" cy="4351338"/>
          </a:xfrm>
        </p:spPr>
      </p:pic>
    </p:spTree>
    <p:extLst>
      <p:ext uri="{BB962C8B-B14F-4D97-AF65-F5344CB8AC3E}">
        <p14:creationId xmlns:p14="http://schemas.microsoft.com/office/powerpoint/2010/main" val="3442362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C4480-4B31-46FC-1FBE-528B0D91E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Adaptive Loss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375DBEE-D1ED-CDF9-D777-F7324DF31E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2361" y="1825625"/>
            <a:ext cx="8027277" cy="4351338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503384A-B036-8022-4671-22516CC23EC8}"/>
                  </a:ext>
                </a:extLst>
              </p14:cNvPr>
              <p14:cNvContentPartPr/>
              <p14:nvPr/>
            </p14:nvContentPartPr>
            <p14:xfrm>
              <a:off x="6240181" y="1932651"/>
              <a:ext cx="806760" cy="1245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503384A-B036-8022-4671-22516CC23EC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77181" y="1869651"/>
                <a:ext cx="932400" cy="137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3054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51400-A829-9268-AE39-74726D507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Adaptive Loss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F2B1DF-EBFC-1B8F-CE67-84A7E21310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5451" y="1825625"/>
            <a:ext cx="7981097" cy="4351338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C4282E0-2BCC-07E5-33EF-003361FA15E9}"/>
                  </a:ext>
                </a:extLst>
              </p14:cNvPr>
              <p14:cNvContentPartPr/>
              <p14:nvPr/>
            </p14:nvContentPartPr>
            <p14:xfrm>
              <a:off x="6472021" y="1702611"/>
              <a:ext cx="601560" cy="1515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C4282E0-2BCC-07E5-33EF-003361FA15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09381" y="1639971"/>
                <a:ext cx="727200" cy="164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2251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C0F07-603C-665D-CED4-76D8B6E12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Sources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6FEF4-FF27-ECF8-E8E3-E8C9412FC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https://www.youtube.com/watch?v=QBbC3Cjsnjg&amp;t=30s</a:t>
            </a:r>
            <a:endParaRPr lang="en-US" dirty="0"/>
          </a:p>
          <a:p>
            <a:r>
              <a:rPr lang="en-US" dirty="0"/>
              <a:t>https://towardsdatascience.com/importance-of-loss-function-in-machine-learning-eddaaec69519</a:t>
            </a:r>
          </a:p>
        </p:txBody>
      </p:sp>
    </p:spTree>
    <p:extLst>
      <p:ext uri="{BB962C8B-B14F-4D97-AF65-F5344CB8AC3E}">
        <p14:creationId xmlns:p14="http://schemas.microsoft.com/office/powerpoint/2010/main" val="1849407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</Words>
  <Application>Microsoft Office PowerPoint</Application>
  <PresentationFormat>Widescreen</PresentationFormat>
  <Paragraphs>26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sohne</vt:lpstr>
      <vt:lpstr>Office Theme</vt:lpstr>
      <vt:lpstr>Loss Function</vt:lpstr>
      <vt:lpstr>Use of loss functions</vt:lpstr>
      <vt:lpstr>Example – Regression Squared Loss</vt:lpstr>
      <vt:lpstr>Example – Regression Squared Loss</vt:lpstr>
      <vt:lpstr>Example – Regression Absolute Loss</vt:lpstr>
      <vt:lpstr>Example – Regression Pseudo-Huber Loss</vt:lpstr>
      <vt:lpstr>List of loss functions and areas of application</vt:lpstr>
      <vt:lpstr>Generalized Loss Function</vt:lpstr>
      <vt:lpstr>Sum-Up Example</vt:lpstr>
      <vt:lpstr>Adaptive Loss</vt:lpstr>
      <vt:lpstr>Adaptive Loss</vt:lpstr>
      <vt:lpstr>Adaptive Loss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Loss Function</dc:title>
  <dc:creator>Tsakpinis, Achilleas</dc:creator>
  <cp:lastModifiedBy>Tsakpinis, Achilleas</cp:lastModifiedBy>
  <cp:revision>2</cp:revision>
  <dcterms:created xsi:type="dcterms:W3CDTF">2022-12-02T13:20:05Z</dcterms:created>
  <dcterms:modified xsi:type="dcterms:W3CDTF">2022-12-02T14:15:28Z</dcterms:modified>
</cp:coreProperties>
</file>